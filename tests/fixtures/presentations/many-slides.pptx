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  <p:sldId id="257" r:id="r1"/>
    <p:sldId id="258" r:id="r2"/>
    <p:sldId id="259" r:id="r3"/>
    <p:sldId id="260" r:id="r4"/>
    <p:sldId id="261" r:id="r5"/>
    <p:sldId id="262" r:id="r6"/>
    <p:sldId id="263" r:id="r7"/>
    <p:sldId id="264" r:id="r8"/>
    <p:sldId id="265" r:id="r9"/>
    <p:sldId id="266" r:id="r10"/>
    <p:sldId id="267" r:id="r11"/>
    <p:sldId id="268" r:id="r12"/>
    <p:sldId id="269" r:id="r13"/>
    <p:sldId id="270" r:id="r14"/>
    <p:sldId id="271" r:id="r15"/>
    <p:sldId id="272" r:id="r16"/>
    <p:sldId id="273" r:id="r17"/>
    <p:sldId id="274" r:id="r18"/>
    <p:sldId id="275" r:id="r19"/>
    <p:sldId id="276" r:id="r20"/>
    <p:sldId id="277" r:id="r21"/>
    <p:sldId id="278" r:id="r22"/>
    <p:sldId id="279" r:id="r23"/>
    <p:sldId id="280" r:id="r24"/>
    <p:sldId id="281" r:id="r25"/>
    <p:sldId id="282" r:id="r26"/>
    <p:sldId id="283" r:id="r27"/>
    <p:sldId id="284" r:id="r28"/>
    <p:sldId id="285" r:id="r29"/>
    <p:sldId id="286" r:id="r30"/>
    <p:sldId id="287" r:id="r31"/>
    <p:sldId id="288" r:id="r32"/>
    <p:sldId id="289" r:id="r33"/>
    <p:sldId id="290" r:id="r34"/>
    <p:sldId id="291" r:id="r35"/>
    <p:sldId id="292" r:id="r36"/>
    <p:sldId id="293" r:id="r37"/>
    <p:sldId id="294" r:id="r38"/>
    <p:sldId id="295" r:id="r39"/>
    <p:sldId id="296" r:id="r40"/>
    <p:sldId id="297" r:id="r41"/>
    <p:sldId id="298" r:id="r42"/>
    <p:sldId id="299" r:id="r43"/>
    <p:sldId id="300" r:id="r44"/>
    <p:sldId id="301" r:id="r45"/>
    <p:sldId id="302" r:id="r46"/>
    <p:sldId id="303" r:id="r47"/>
    <p:sldId id="304" r:id="r48"/>
    <p:sldId id="305" r:id="r49"/>
    <p:sldId id="306" r:id="r50"/>
    <p:sldId id="307" r:id="r51"/>
    <p:sldId id="308" r:id="r52"/>
    <p:sldId id="309" r:id="r53"/>
    <p:sldId id="310" r:id="r54"/>
    <p:sldId id="311" r:id="r55"/>
    <p:sldId id="312" r:id="r56"/>
    <p:sldId id="313" r:id="r57"/>
    <p:sldId id="314" r:id="r58"/>
    <p:sldId id="315" r:id="r59"/>
    <p:sldId id="316" r:id="r60"/>
    <p:sldId id="317" r:id="r61"/>
    <p:sldId id="318" r:id="r62"/>
    <p:sldId id="319" r:id="r63"/>
    <p:sldId id="320" r:id="r64"/>
    <p:sldId id="321" r:id="r65"/>
    <p:sldId id="322" r:id="r66"/>
    <p:sldId id="323" r:id="r67"/>
    <p:sldId id="324" r:id="r68"/>
    <p:sldId id="325" r:id="r69"/>
    <p:sldId id="326" r:id="r70"/>
    <p:sldId id="327" r:id="r71"/>
    <p:sldId id="328" r:id="r72"/>
    <p:sldId id="329" r:id="r73"/>
    <p:sldId id="330" r:id="r74"/>
    <p:sldId id="331" r:id="r75"/>
    <p:sldId id="332" r:id="r76"/>
    <p:sldId id="333" r:id="r77"/>
    <p:sldId id="334" r:id="r78"/>
    <p:sldId id="335" r:id="r79"/>
    <p:sldId id="336" r:id="r80"/>
    <p:sldId id="337" r:id="r81"/>
    <p:sldId id="338" r:id="r82"/>
    <p:sldId id="339" r:id="r83"/>
    <p:sldId id="340" r:id="r84"/>
    <p:sldId id="341" r:id="r85"/>
    <p:sldId id="342" r:id="r86"/>
    <p:sldId id="343" r:id="r87"/>
    <p:sldId id="344" r:id="r88"/>
    <p:sldId id="345" r:id="r89"/>
    <p:sldId id="346" r:id="r90"/>
    <p:sldId id="347" r:id="r91"/>
    <p:sldId id="348" r:id="r92"/>
    <p:sldId id="349" r:id="r93"/>
    <p:sldId id="350" r:id="r94"/>
    <p:sldId id="351" r:id="r95"/>
    <p:sldId id="352" r:id="r96"/>
    <p:sldId id="353" r:id="r97"/>
    <p:sldId id="354" r:id="r98"/>
    <p:sldId id="355" r:id="r99"/>
    <p:sldId id="356" r:id="r100"/>
    <p:sldId id="357" r:id="r101"/>
    <p:sldId id="358" r:id="r102"/>
    <p:sldId id="359" r:id="r103"/>
    <p:sldId id="360" r:id="r104"/>
    <p:sldId id="361" r:id="r105"/>
    <p:sldId id="362" r:id="r106"/>
    <p:sldId id="363" r:id="r107"/>
    <p:sldId id="364" r:id="r108"/>
    <p:sldId id="365" r:id="r109"/>
    <p:sldId id="366" r:id="r110"/>
    <p:sldId id="367" r:id="r111"/>
    <p:sldId id="368" r:id="r112"/>
    <p:sldId id="369" r:id="r113"/>
    <p:sldId id="370" r:id="r114"/>
    <p:sldId id="371" r:id="r115"/>
    <p:sldId id="372" r:id="r116"/>
    <p:sldId id="373" r:id="r117"/>
    <p:sldId id="374" r:id="r118"/>
    <p:sldId id="375" r:id="r119"/>
    <p:sldId id="376" r:id="r120"/>
    <p:sldId id="377" r:id="r121"/>
    <p:sldId id="378" r:id="r122"/>
    <p:sldId id="379" r:id="r123"/>
    <p:sldId id="380" r:id="r124"/>
    <p:sldId id="381" r:id="r125"/>
    <p:sldId id="382" r:id="r126"/>
    <p:sldId id="383" r:id="r127"/>
    <p:sldId id="384" r:id="r128"/>
    <p:sldId id="385" r:id="r129"/>
    <p:sldId id="386" r:id="r130"/>
    <p:sldId id="387" r:id="r131"/>
    <p:sldId id="388" r:id="r132"/>
    <p:sldId id="389" r:id="r133"/>
    <p:sldId id="390" r:id="r134"/>
    <p:sldId id="391" r:id="r135"/>
    <p:sldId id="392" r:id="r136"/>
    <p:sldId id="393" r:id="r137"/>
    <p:sldId id="394" r:id="r138"/>
    <p:sldId id="395" r:id="r139"/>
    <p:sldId id="396" r:id="r140"/>
    <p:sldId id="397" r:id="r141"/>
    <p:sldId id="398" r:id="r142"/>
    <p:sldId id="399" r:id="r143"/>
    <p:sldId id="400" r:id="r144"/>
    <p:sldId id="401" r:id="r145"/>
    <p:sldId id="402" r:id="r146"/>
    <p:sldId id="403" r:id="r147"/>
    <p:sldId id="404" r:id="r148"/>
    <p:sldId id="405" r:id="r149"/>
    <p:sldId id="406" r:id="r150"/>
    <p:sldId id="407" r:id="r151"/>
    <p:sldId id="408" r:id="r152"/>
    <p:sldId id="409" r:id="r153"/>
    <p:sldId id="410" r:id="r154"/>
    <p:sldId id="411" r:id="r155"/>
    <p:sldId id="412" r:id="r156"/>
    <p:sldId id="413" r:id="r157"/>
    <p:sldId id="414" r:id="r158"/>
    <p:sldId id="415" r:id="r159"/>
    <p:sldId id="416" r:id="r160"/>
    <p:sldId id="417" r:id="r161"/>
    <p:sldId id="418" r:id="r162"/>
    <p:sldId id="419" r:id="r163"/>
    <p:sldId id="420" r:id="r164"/>
    <p:sldId id="421" r:id="r165"/>
    <p:sldId id="422" r:id="r166"/>
    <p:sldId id="423" r:id="r167"/>
    <p:sldId id="424" r:id="r168"/>
    <p:sldId id="425" r:id="r169"/>
    <p:sldId id="426" r:id="r170"/>
    <p:sldId id="427" r:id="r171"/>
    <p:sldId id="428" r:id="r172"/>
    <p:sldId id="429" r:id="r173"/>
    <p:sldId id="430" r:id="r174"/>
    <p:sldId id="431" r:id="r175"/>
    <p:sldId id="432" r:id="r176"/>
    <p:sldId id="433" r:id="r177"/>
    <p:sldId id="434" r:id="r178"/>
    <p:sldId id="435" r:id="r179"/>
    <p:sldId id="436" r:id="r180"/>
    <p:sldId id="437" r:id="r181"/>
    <p:sldId id="438" r:id="r182"/>
    <p:sldId id="439" r:id="r183"/>
    <p:sldId id="440" r:id="r184"/>
    <p:sldId id="441" r:id="r185"/>
    <p:sldId id="442" r:id="r186"/>
    <p:sldId id="443" r:id="r187"/>
    <p:sldId id="444" r:id="r188"/>
    <p:sldId id="445" r:id="r189"/>
    <p:sldId id="446" r:id="r190"/>
    <p:sldId id="447" r:id="r191"/>
    <p:sldId id="448" r:id="r192"/>
    <p:sldId id="449" r:id="r193"/>
    <p:sldId id="450" r:id="r194"/>
    <p:sldId id="451" r:id="r195"/>
    <p:sldId id="452" r:id="r196"/>
    <p:sldId id="453" r:id="r197"/>
    <p:sldId id="454" r:id="r198"/>
    <p:sldId id="455" r:id="r199"/>
    <p:sldId id="456" r:id="r200"/>
    <p:sldId id="457" r:id="r201"/>
    <p:sldId id="458" r:id="r202"/>
    <p:sldId id="459" r:id="r203"/>
    <p:sldId id="460" r:id="r204"/>
    <p:sldId id="461" r:id="r205"/>
    <p:sldId id="462" r:id="r206"/>
    <p:sldId id="463" r:id="r207"/>
    <p:sldId id="464" r:id="r208"/>
    <p:sldId id="465" r:id="r209"/>
    <p:sldId id="466" r:id="r210"/>
    <p:sldId id="467" r:id="r211"/>
    <p:sldId id="468" r:id="r212"/>
    <p:sldId id="469" r:id="r213"/>
    <p:sldId id="470" r:id="r214"/>
    <p:sldId id="471" r:id="r215"/>
    <p:sldId id="472" r:id="r216"/>
    <p:sldId id="473" r:id="r217"/>
    <p:sldId id="474" r:id="r218"/>
    <p:sldId id="475" r:id="r219"/>
    <p:sldId id="476" r:id="r220"/>
    <p:sldId id="477" r:id="r221"/>
    <p:sldId id="478" r:id="r222"/>
    <p:sldId id="479" r:id="r223"/>
    <p:sldId id="480" r:id="r224"/>
    <p:sldId id="481" r:id="r225"/>
    <p:sldId id="482" r:id="r226"/>
    <p:sldId id="483" r:id="r227"/>
    <p:sldId id="484" r:id="r228"/>
    <p:sldId id="485" r:id="r229"/>
    <p:sldId id="486" r:id="r230"/>
    <p:sldId id="487" r:id="r231"/>
    <p:sldId id="488" r:id="r232"/>
    <p:sldId id="489" r:id="r233"/>
    <p:sldId id="490" r:id="r234"/>
    <p:sldId id="491" r:id="r235"/>
    <p:sldId id="492" r:id="r236"/>
    <p:sldId id="493" r:id="r237"/>
    <p:sldId id="494" r:id="r238"/>
    <p:sldId id="495" r:id="r239"/>
    <p:sldId id="496" r:id="r240"/>
    <p:sldId id="497" r:id="r241"/>
    <p:sldId id="498" r:id="r242"/>
    <p:sldId id="499" r:id="r243"/>
    <p:sldId id="500" r:id="r244"/>
    <p:sldId id="501" r:id="r245"/>
    <p:sldId id="502" r:id="r246"/>
    <p:sldId id="503" r:id="r247"/>
    <p:sldId id="504" r:id="r248"/>
    <p:sldId id="505" r:id="r249"/>
    <p:sldId id="506" r:id="r250"/>
    <p:sldId id="507" r:id="r251"/>
    <p:sldId id="508" r:id="r252"/>
    <p:sldId id="509" r:id="r253"/>
    <p:sldId id="510" r:id="r254"/>
    <p:sldId id="511" r:id="r255"/>
    <p:sldId id="512" r:id="r256"/>
    <p:sldId id="513" r:id="r257"/>
    <p:sldId id="514" r:id="r258"/>
    <p:sldId id="515" r:id="r259"/>
    <p:sldId id="516" r:id="r260"/>
    <p:sldId id="517" r:id="r261"/>
    <p:sldId id="518" r:id="r262"/>
    <p:sldId id="519" r:id="r263"/>
    <p:sldId id="520" r:id="r264"/>
    <p:sldId id="521" r:id="r265"/>
    <p:sldId id="522" r:id="r266"/>
    <p:sldId id="523" r:id="r267"/>
    <p:sldId id="524" r:id="r268"/>
    <p:sldId id="525" r:id="r269"/>
    <p:sldId id="526" r:id="r270"/>
    <p:sldId id="527" r:id="r271"/>
    <p:sldId id="528" r:id="r272"/>
    <p:sldId id="529" r:id="r273"/>
    <p:sldId id="530" r:id="r274"/>
    <p:sldId id="531" r:id="r275"/>
    <p:sldId id="532" r:id="r276"/>
    <p:sldId id="533" r:id="r277"/>
    <p:sldId id="534" r:id="r278"/>
    <p:sldId id="535" r:id="r279"/>
    <p:sldId id="536" r:id="r280"/>
    <p:sldId id="537" r:id="r281"/>
    <p:sldId id="538" r:id="r282"/>
    <p:sldId id="539" r:id="r283"/>
    <p:sldId id="540" r:id="r284"/>
    <p:sldId id="541" r:id="r285"/>
    <p:sldId id="542" r:id="r286"/>
    <p:sldId id="543" r:id="r287"/>
    <p:sldId id="544" r:id="r288"/>
    <p:sldId id="545" r:id="r289"/>
    <p:sldId id="546" r:id="r290"/>
    <p:sldId id="547" r:id="r291"/>
    <p:sldId id="548" r:id="r292"/>
    <p:sldId id="549" r:id="r293"/>
    <p:sldId id="550" r:id="r294"/>
    <p:sldId id="551" r:id="r295"/>
    <p:sldId id="552" r:id="r296"/>
    <p:sldId id="553" r:id="r297"/>
    <p:sldId id="554" r:id="r298"/>
    <p:sldId id="555" r:id="r299"/>
    <p:sldId id="556" r:id="r300"/>
    <p:sldId id="557" r:id="r301"/>
    <p:sldId id="558" r:id="r302"/>
    <p:sldId id="559" r:id="r303"/>
    <p:sldId id="560" r:id="r304"/>
    <p:sldId id="561" r:id="r305"/>
    <p:sldId id="562" r:id="r306"/>
    <p:sldId id="563" r:id="r307"/>
    <p:sldId id="564" r:id="r308"/>
    <p:sldId id="565" r:id="r309"/>
    <p:sldId id="566" r:id="r310"/>
    <p:sldId id="567" r:id="r311"/>
    <p:sldId id="568" r:id="r312"/>
    <p:sldId id="569" r:id="r313"/>
    <p:sldId id="570" r:id="r314"/>
    <p:sldId id="571" r:id="r315"/>
    <p:sldId id="572" r:id="r316"/>
    <p:sldId id="573" r:id="r317"/>
    <p:sldId id="574" r:id="r318"/>
    <p:sldId id="575" r:id="r319"/>
    <p:sldId id="576" r:id="r320"/>
    <p:sldId id="577" r:id="r321"/>
    <p:sldId id="578" r:id="r322"/>
    <p:sldId id="579" r:id="r323"/>
    <p:sldId id="580" r:id="r324"/>
    <p:sldId id="581" r:id="r325"/>
    <p:sldId id="582" r:id="r326"/>
    <p:sldId id="583" r:id="r327"/>
    <p:sldId id="584" r:id="r328"/>
    <p:sldId id="585" r:id="r329"/>
    <p:sldId id="586" r:id="r330"/>
    <p:sldId id="587" r:id="r331"/>
    <p:sldId id="588" r:id="r332"/>
    <p:sldId id="589" r:id="r333"/>
    <p:sldId id="590" r:id="r334"/>
    <p:sldId id="591" r:id="r335"/>
    <p:sldId id="592" r:id="r336"/>
    <p:sldId id="593" r:id="r337"/>
    <p:sldId id="594" r:id="r338"/>
    <p:sldId id="595" r:id="r339"/>
    <p:sldId id="596" r:id="r340"/>
    <p:sldId id="597" r:id="r341"/>
    <p:sldId id="598" r:id="r342"/>
    <p:sldId id="599" r:id="r343"/>
    <p:sldId id="600" r:id="r344"/>
    <p:sldId id="601" r:id="r345"/>
    <p:sldId id="602" r:id="r346"/>
    <p:sldId id="603" r:id="r347"/>
    <p:sldId id="604" r:id="r348"/>
    <p:sldId id="605" r:id="r349"/>
    <p:sldId id="606" r:id="r350"/>
    <p:sldId id="607" r:id="r351"/>
    <p:sldId id="608" r:id="r352"/>
    <p:sldId id="609" r:id="r353"/>
    <p:sldId id="610" r:id="r354"/>
    <p:sldId id="611" r:id="r355"/>
    <p:sldId id="612" r:id="r356"/>
    <p:sldId id="613" r:id="r357"/>
    <p:sldId id="614" r:id="r358"/>
    <p:sldId id="615" r:id="r359"/>
    <p:sldId id="616" r:id="r360"/>
    <p:sldId id="617" r:id="r361"/>
    <p:sldId id="618" r:id="r362"/>
    <p:sldId id="619" r:id="r363"/>
    <p:sldId id="620" r:id="r364"/>
    <p:sldId id="621" r:id="r365"/>
    <p:sldId id="622" r:id="r366"/>
    <p:sldId id="623" r:id="r367"/>
    <p:sldId id="624" r:id="r368"/>
    <p:sldId id="625" r:id="r369"/>
    <p:sldId id="626" r:id="r370"/>
    <p:sldId id="627" r:id="r371"/>
    <p:sldId id="628" r:id="r372"/>
    <p:sldId id="629" r:id="r373"/>
    <p:sldId id="630" r:id="r374"/>
    <p:sldId id="631" r:id="r375"/>
    <p:sldId id="632" r:id="r376"/>
    <p:sldId id="633" r:id="r377"/>
    <p:sldId id="634" r:id="r378"/>
    <p:sldId id="635" r:id="r379"/>
    <p:sldId id="636" r:id="r380"/>
    <p:sldId id="637" r:id="r381"/>
    <p:sldId id="638" r:id="r382"/>
    <p:sldId id="639" r:id="r383"/>
    <p:sldId id="640" r:id="r384"/>
    <p:sldId id="641" r:id="r385"/>
    <p:sldId id="642" r:id="r386"/>
    <p:sldId id="643" r:id="r387"/>
    <p:sldId id="644" r:id="r388"/>
    <p:sldId id="645" r:id="r389"/>
    <p:sldId id="646" r:id="r390"/>
    <p:sldId id="647" r:id="r391"/>
    <p:sldId id="648" r:id="r392"/>
    <p:sldId id="649" r:id="r393"/>
    <p:sldId id="650" r:id="r394"/>
    <p:sldId id="651" r:id="r395"/>
    <p:sldId id="652" r:id="r396"/>
    <p:sldId id="653" r:id="r397"/>
    <p:sldId id="654" r:id="r398"/>
    <p:sldId id="655" r:id="r399"/>
    <p:sldId id="656" r:id="r400"/>
    <p:sldId id="657" r:id="r401"/>
    <p:sldId id="658" r:id="r402"/>
    <p:sldId id="659" r:id="r403"/>
    <p:sldId id="660" r:id="r404"/>
    <p:sldId id="661" r:id="r405"/>
    <p:sldId id="662" r:id="r406"/>
    <p:sldId id="663" r:id="r407"/>
    <p:sldId id="664" r:id="r408"/>
    <p:sldId id="665" r:id="r409"/>
    <p:sldId id="666" r:id="r410"/>
    <p:sldId id="667" r:id="r411"/>
    <p:sldId id="668" r:id="r412"/>
    <p:sldId id="669" r:id="r413"/>
    <p:sldId id="670" r:id="r414"/>
    <p:sldId id="671" r:id="r415"/>
    <p:sldId id="672" r:id="r416"/>
    <p:sldId id="673" r:id="r417"/>
    <p:sldId id="674" r:id="r418"/>
    <p:sldId id="675" r:id="r419"/>
    <p:sldId id="676" r:id="r420"/>
    <p:sldId id="677" r:id="r421"/>
    <p:sldId id="678" r:id="r422"/>
    <p:sldId id="679" r:id="r423"/>
    <p:sldId id="680" r:id="r424"/>
    <p:sldId id="681" r:id="r425"/>
    <p:sldId id="682" r:id="r426"/>
    <p:sldId id="683" r:id="r427"/>
    <p:sldId id="684" r:id="r428"/>
    <p:sldId id="685" r:id="r429"/>
    <p:sldId id="686" r:id="r430"/>
    <p:sldId id="687" r:id="r431"/>
    <p:sldId id="688" r:id="r432"/>
    <p:sldId id="689" r:id="r433"/>
    <p:sldId id="690" r:id="r434"/>
    <p:sldId id="691" r:id="r435"/>
    <p:sldId id="692" r:id="r436"/>
    <p:sldId id="693" r:id="r437"/>
    <p:sldId id="694" r:id="r438"/>
    <p:sldId id="695" r:id="r439"/>
    <p:sldId id="696" r:id="r440"/>
    <p:sldId id="697" r:id="r441"/>
    <p:sldId id="698" r:id="r442"/>
    <p:sldId id="699" r:id="r443"/>
    <p:sldId id="700" r:id="r444"/>
    <p:sldId id="701" r:id="r445"/>
    <p:sldId id="702" r:id="r446"/>
    <p:sldId id="703" r:id="r447"/>
    <p:sldId id="704" r:id="r448"/>
    <p:sldId id="705" r:id="r449"/>
    <p:sldId id="706" r:id="r450"/>
    <p:sldId id="707" r:id="r451"/>
    <p:sldId id="708" r:id="r452"/>
    <p:sldId id="709" r:id="r453"/>
    <p:sldId id="710" r:id="r454"/>
    <p:sldId id="711" r:id="r455"/>
    <p:sldId id="712" r:id="r456"/>
    <p:sldId id="713" r:id="r457"/>
    <p:sldId id="714" r:id="r458"/>
    <p:sldId id="715" r:id="r459"/>
    <p:sldId id="716" r:id="r460"/>
    <p:sldId id="717" r:id="r461"/>
    <p:sldId id="718" r:id="r462"/>
    <p:sldId id="719" r:id="r463"/>
    <p:sldId id="720" r:id="r464"/>
    <p:sldId id="721" r:id="r465"/>
    <p:sldId id="722" r:id="r466"/>
    <p:sldId id="723" r:id="r467"/>
    <p:sldId id="724" r:id="r468"/>
    <p:sldId id="725" r:id="r469"/>
    <p:sldId id="726" r:id="r470"/>
    <p:sldId id="727" r:id="r471"/>
    <p:sldId id="728" r:id="r472"/>
    <p:sldId id="729" r:id="r473"/>
    <p:sldId id="730" r:id="r474"/>
    <p:sldId id="731" r:id="r475"/>
    <p:sldId id="732" r:id="r476"/>
    <p:sldId id="733" r:id="r477"/>
    <p:sldId id="734" r:id="r478"/>
    <p:sldId id="735" r:id="r479"/>
    <p:sldId id="736" r:id="r480"/>
    <p:sldId id="737" r:id="r481"/>
    <p:sldId id="738" r:id="r482"/>
    <p:sldId id="739" r:id="r483"/>
    <p:sldId id="740" r:id="r484"/>
    <p:sldId id="741" r:id="r485"/>
    <p:sldId id="742" r:id="r486"/>
    <p:sldId id="743" r:id="r487"/>
    <p:sldId id="744" r:id="r488"/>
    <p:sldId id="745" r:id="r489"/>
    <p:sldId id="746" r:id="r490"/>
    <p:sldId id="747" r:id="r491"/>
    <p:sldId id="748" r:id="r492"/>
    <p:sldId id="749" r:id="r493"/>
    <p:sldId id="750" r:id="r494"/>
    <p:sldId id="751" r:id="r495"/>
    <p:sldId id="752" r:id="r496"/>
    <p:sldId id="753" r:id="r497"/>
    <p:sldId id="754" r:id="r498"/>
    <p:sldId id="755" r:id="r499"/>
    <p:sldId id="756" r:id="r500"/>
    <p:sldId id="757" r:id="r501"/>
    <p:sldId id="758" r:id="r502"/>
    <p:sldId id="759" r:id="r503"/>
    <p:sldId id="760" r:id="r504"/>
    <p:sldId id="761" r:id="r505"/>
    <p:sldId id="762" r:id="r506"/>
    <p:sldId id="763" r:id="r507"/>
    <p:sldId id="764" r:id="r508"/>
    <p:sldId id="765" r:id="r509"/>
    <p:sldId id="766" r:id="r510"/>
    <p:sldId id="767" r:id="r511"/>
    <p:sldId id="768" r:id="r512"/>
    <p:sldId id="769" r:id="r513"/>
    <p:sldId id="770" r:id="r514"/>
    <p:sldId id="771" r:id="r515"/>
    <p:sldId id="772" r:id="r516"/>
    <p:sldId id="773" r:id="r517"/>
    <p:sldId id="774" r:id="r518"/>
    <p:sldId id="775" r:id="r519"/>
    <p:sldId id="776" r:id="r520"/>
    <p:sldId id="777" r:id="r521"/>
    <p:sldId id="778" r:id="r522"/>
    <p:sldId id="779" r:id="r523"/>
    <p:sldId id="780" r:id="r524"/>
    <p:sldId id="781" r:id="r525"/>
    <p:sldId id="782" r:id="r526"/>
    <p:sldId id="783" r:id="r527"/>
    <p:sldId id="784" r:id="r528"/>
    <p:sldId id="785" r:id="r529"/>
    <p:sldId id="786" r:id="r530"/>
    <p:sldId id="787" r:id="r531"/>
    <p:sldId id="788" r:id="r532"/>
    <p:sldId id="789" r:id="r533"/>
    <p:sldId id="790" r:id="r534"/>
    <p:sldId id="791" r:id="r535"/>
    <p:sldId id="792" r:id="r536"/>
    <p:sldId id="793" r:id="r537"/>
    <p:sldId id="794" r:id="r538"/>
    <p:sldId id="795" r:id="r539"/>
    <p:sldId id="796" r:id="r540"/>
    <p:sldId id="797" r:id="r541"/>
    <p:sldId id="798" r:id="r542"/>
    <p:sldId id="799" r:id="r543"/>
    <p:sldId id="800" r:id="r544"/>
    <p:sldId id="801" r:id="r545"/>
    <p:sldId id="802" r:id="r546"/>
    <p:sldId id="803" r:id="r547"/>
    <p:sldId id="804" r:id="r548"/>
    <p:sldId id="805" r:id="r549"/>
    <p:sldId id="806" r:id="r550"/>
    <p:sldId id="807" r:id="r551"/>
    <p:sldId id="808" r:id="r552"/>
    <p:sldId id="809" r:id="r553"/>
    <p:sldId id="810" r:id="r554"/>
    <p:sldId id="811" r:id="r555"/>
    <p:sldId id="812" r:id="r556"/>
    <p:sldId id="813" r:id="r557"/>
    <p:sldId id="814" r:id="r558"/>
    <p:sldId id="815" r:id="r559"/>
    <p:sldId id="816" r:id="r560"/>
    <p:sldId id="817" r:id="r561"/>
    <p:sldId id="818" r:id="r562"/>
    <p:sldId id="819" r:id="r563"/>
    <p:sldId id="820" r:id="r564"/>
    <p:sldId id="821" r:id="r565"/>
    <p:sldId id="822" r:id="r566"/>
    <p:sldId id="823" r:id="r567"/>
    <p:sldId id="824" r:id="r568"/>
    <p:sldId id="825" r:id="r569"/>
    <p:sldId id="826" r:id="r570"/>
    <p:sldId id="827" r:id="r571"/>
    <p:sldId id="828" r:id="r572"/>
    <p:sldId id="829" r:id="r573"/>
    <p:sldId id="830" r:id="r574"/>
    <p:sldId id="831" r:id="r575"/>
    <p:sldId id="832" r:id="r576"/>
    <p:sldId id="833" r:id="r577"/>
    <p:sldId id="834" r:id="r578"/>
    <p:sldId id="835" r:id="r579"/>
    <p:sldId id="836" r:id="r580"/>
    <p:sldId id="837" r:id="r581"/>
    <p:sldId id="838" r:id="r582"/>
    <p:sldId id="839" r:id="r583"/>
    <p:sldId id="840" r:id="r584"/>
    <p:sldId id="841" r:id="r585"/>
    <p:sldId id="842" r:id="r586"/>
    <p:sldId id="843" r:id="r587"/>
    <p:sldId id="844" r:id="r588"/>
    <p:sldId id="845" r:id="r589"/>
    <p:sldId id="846" r:id="r590"/>
    <p:sldId id="847" r:id="r591"/>
    <p:sldId id="848" r:id="r592"/>
    <p:sldId id="849" r:id="r593"/>
    <p:sldId id="850" r:id="r594"/>
    <p:sldId id="851" r:id="r595"/>
    <p:sldId id="852" r:id="r596"/>
    <p:sldId id="853" r:id="r597"/>
    <p:sldId id="854" r:id="r598"/>
    <p:sldId id="855" r:id="r599"/>
    <p:sldId id="856" r:id="r600"/>
    <p:sldId id="857" r:id="r601"/>
    <p:sldId id="858" r:id="r602"/>
    <p:sldId id="859" r:id="r603"/>
    <p:sldId id="860" r:id="r604"/>
    <p:sldId id="861" r:id="r605"/>
    <p:sldId id="862" r:id="r606"/>
    <p:sldId id="863" r:id="r607"/>
    <p:sldId id="864" r:id="r608"/>
    <p:sldId id="865" r:id="r609"/>
    <p:sldId id="866" r:id="r610"/>
    <p:sldId id="867" r:id="r611"/>
    <p:sldId id="868" r:id="r612"/>
    <p:sldId id="869" r:id="r613"/>
    <p:sldId id="870" r:id="r614"/>
    <p:sldId id="871" r:id="r615"/>
    <p:sldId id="872" r:id="r616"/>
    <p:sldId id="873" r:id="r617"/>
    <p:sldId id="874" r:id="r618"/>
    <p:sldId id="875" r:id="r619"/>
    <p:sldId id="876" r:id="r620"/>
    <p:sldId id="877" r:id="r621"/>
    <p:sldId id="878" r:id="r622"/>
    <p:sldId id="879" r:id="r623"/>
    <p:sldId id="880" r:id="r624"/>
    <p:sldId id="881" r:id="r625"/>
    <p:sldId id="882" r:id="r626"/>
    <p:sldId id="883" r:id="r627"/>
    <p:sldId id="884" r:id="r628"/>
    <p:sldId id="885" r:id="r629"/>
    <p:sldId id="886" r:id="r630"/>
    <p:sldId id="887" r:id="r631"/>
    <p:sldId id="888" r:id="r632"/>
    <p:sldId id="889" r:id="r633"/>
    <p:sldId id="890" r:id="r634"/>
    <p:sldId id="891" r:id="r635"/>
    <p:sldId id="892" r:id="r636"/>
    <p:sldId id="893" r:id="r637"/>
    <p:sldId id="894" r:id="r638"/>
    <p:sldId id="895" r:id="r639"/>
    <p:sldId id="896" r:id="r640"/>
    <p:sldId id="897" r:id="r641"/>
    <p:sldId id="898" r:id="r642"/>
    <p:sldId id="899" r:id="r643"/>
    <p:sldId id="900" r:id="r644"/>
    <p:sldId id="901" r:id="r645"/>
    <p:sldId id="902" r:id="r646"/>
    <p:sldId id="903" r:id="r647"/>
    <p:sldId id="904" r:id="r648"/>
    <p:sldId id="905" r:id="r649"/>
    <p:sldId id="906" r:id="r650"/>
    <p:sldId id="907" r:id="r651"/>
    <p:sldId id="908" r:id="r652"/>
    <p:sldId id="909" r:id="r653"/>
    <p:sldId id="910" r:id="r654"/>
    <p:sldId id="911" r:id="r655"/>
    <p:sldId id="912" r:id="r656"/>
    <p:sldId id="913" r:id="r657"/>
    <p:sldId id="914" r:id="r658"/>
    <p:sldId id="915" r:id="r659"/>
    <p:sldId id="916" r:id="r660"/>
    <p:sldId id="917" r:id="r661"/>
    <p:sldId id="918" r:id="r662"/>
    <p:sldId id="919" r:id="r663"/>
    <p:sldId id="920" r:id="r664"/>
    <p:sldId id="921" r:id="r665"/>
    <p:sldId id="922" r:id="r666"/>
    <p:sldId id="923" r:id="r667"/>
    <p:sldId id="924" r:id="r668"/>
    <p:sldId id="925" r:id="r669"/>
    <p:sldId id="926" r:id="r670"/>
    <p:sldId id="927" r:id="r671"/>
    <p:sldId id="928" r:id="r672"/>
    <p:sldId id="929" r:id="r673"/>
    <p:sldId id="930" r:id="r674"/>
    <p:sldId id="931" r:id="r675"/>
    <p:sldId id="932" r:id="r676"/>
    <p:sldId id="933" r:id="r677"/>
    <p:sldId id="934" r:id="r678"/>
    <p:sldId id="935" r:id="r679"/>
    <p:sldId id="936" r:id="r680"/>
    <p:sldId id="937" r:id="r681"/>
    <p:sldId id="938" r:id="r682"/>
    <p:sldId id="939" r:id="r683"/>
    <p:sldId id="940" r:id="r684"/>
    <p:sldId id="941" r:id="r685"/>
    <p:sldId id="942" r:id="r686"/>
    <p:sldId id="943" r:id="r687"/>
    <p:sldId id="944" r:id="r688"/>
    <p:sldId id="945" r:id="r689"/>
    <p:sldId id="946" r:id="r690"/>
    <p:sldId id="947" r:id="r691"/>
    <p:sldId id="948" r:id="r692"/>
    <p:sldId id="949" r:id="r693"/>
    <p:sldId id="950" r:id="r694"/>
    <p:sldId id="951" r:id="r695"/>
    <p:sldId id="952" r:id="r696"/>
    <p:sldId id="953" r:id="r697"/>
    <p:sldId id="954" r:id="r698"/>
    <p:sldId id="955" r:id="r699"/>
    <p:sldId id="956" r:id="r700"/>
    <p:sldId id="957" r:id="r701"/>
    <p:sldId id="958" r:id="r702"/>
    <p:sldId id="959" r:id="r703"/>
    <p:sldId id="960" r:id="r704"/>
    <p:sldId id="961" r:id="r705"/>
    <p:sldId id="962" r:id="r706"/>
    <p:sldId id="963" r:id="r707"/>
    <p:sldId id="964" r:id="r708"/>
    <p:sldId id="965" r:id="r709"/>
    <p:sldId id="966" r:id="r710"/>
    <p:sldId id="967" r:id="r711"/>
    <p:sldId id="968" r:id="r712"/>
    <p:sldId id="969" r:id="r713"/>
    <p:sldId id="970" r:id="r714"/>
    <p:sldId id="971" r:id="r715"/>
    <p:sldId id="972" r:id="r716"/>
    <p:sldId id="973" r:id="r717"/>
    <p:sldId id="974" r:id="r718"/>
    <p:sldId id="975" r:id="r719"/>
    <p:sldId id="976" r:id="r720"/>
    <p:sldId id="977" r:id="r721"/>
    <p:sldId id="978" r:id="r722"/>
    <p:sldId id="979" r:id="r723"/>
    <p:sldId id="980" r:id="r724"/>
    <p:sldId id="981" r:id="r725"/>
    <p:sldId id="982" r:id="r726"/>
    <p:sldId id="983" r:id="r727"/>
    <p:sldId id="984" r:id="r728"/>
    <p:sldId id="985" r:id="r729"/>
    <p:sldId id="986" r:id="r730"/>
    <p:sldId id="987" r:id="r731"/>
    <p:sldId id="988" r:id="r732"/>
    <p:sldId id="989" r:id="r733"/>
    <p:sldId id="990" r:id="r734"/>
    <p:sldId id="991" r:id="r735"/>
    <p:sldId id="992" r:id="r736"/>
    <p:sldId id="993" r:id="r737"/>
    <p:sldId id="994" r:id="r738"/>
    <p:sldId id="995" r:id="r739"/>
    <p:sldId id="996" r:id="r740"/>
    <p:sldId id="997" r:id="r741"/>
    <p:sldId id="998" r:id="r742"/>
    <p:sldId id="999" r:id="r743"/>
    <p:sldId id="1000" r:id="r744"/>
    <p:sldId id="1001" r:id="r745"/>
    <p:sldId id="1002" r:id="r746"/>
    <p:sldId id="1003" r:id="r747"/>
    <p:sldId id="1004" r:id="r748"/>
    <p:sldId id="1005" r:id="r749"/>
    <p:sldId id="1006" r:id="r750"/>
    <p:sldId id="1007" r:id="r751"/>
    <p:sldId id="1008" r:id="r752"/>
    <p:sldId id="1009" r:id="r753"/>
    <p:sldId id="1010" r:id="r754"/>
    <p:sldId id="1011" r:id="r755"/>
    <p:sldId id="1012" r:id="r756"/>
    <p:sldId id="1013" r:id="r757"/>
    <p:sldId id="1014" r:id="r758"/>
    <p:sldId id="1015" r:id="r759"/>
    <p:sldId id="1016" r:id="r760"/>
    <p:sldId id="1017" r:id="r761"/>
    <p:sldId id="1018" r:id="r762"/>
    <p:sldId id="1019" r:id="r763"/>
    <p:sldId id="1020" r:id="r764"/>
    <p:sldId id="1021" r:id="r765"/>
    <p:sldId id="1022" r:id="r766"/>
    <p:sldId id="1023" r:id="r767"/>
    <p:sldId id="1024" r:id="r768"/>
    <p:sldId id="1025" r:id="r769"/>
    <p:sldId id="1026" r:id="r770"/>
    <p:sldId id="1027" r:id="r771"/>
    <p:sldId id="1028" r:id="r772"/>
    <p:sldId id="1029" r:id="r773"/>
    <p:sldId id="1030" r:id="r774"/>
    <p:sldId id="1031" r:id="r775"/>
    <p:sldId id="1032" r:id="r776"/>
    <p:sldId id="1033" r:id="r777"/>
    <p:sldId id="1034" r:id="r778"/>
    <p:sldId id="1035" r:id="r779"/>
    <p:sldId id="1036" r:id="r780"/>
    <p:sldId id="1037" r:id="r781"/>
    <p:sldId id="1038" r:id="r782"/>
    <p:sldId id="1039" r:id="r783"/>
    <p:sldId id="1040" r:id="r784"/>
    <p:sldId id="1041" r:id="r785"/>
    <p:sldId id="1042" r:id="r786"/>
    <p:sldId id="1043" r:id="r787"/>
    <p:sldId id="1044" r:id="r788"/>
    <p:sldId id="1045" r:id="r789"/>
    <p:sldId id="1046" r:id="r790"/>
    <p:sldId id="1047" r:id="r791"/>
    <p:sldId id="1048" r:id="r792"/>
    <p:sldId id="1049" r:id="r793"/>
    <p:sldId id="1050" r:id="r794"/>
    <p:sldId id="1051" r:id="r795"/>
    <p:sldId id="1052" r:id="r796"/>
    <p:sldId id="1053" r:id="r797"/>
    <p:sldId id="1054" r:id="r798"/>
    <p:sldId id="1055" r:id="r799"/>
    <p:sldId id="1056" r:id="r800"/>
    <p:sldId id="1057" r:id="r801"/>
    <p:sldId id="1058" r:id="r802"/>
    <p:sldId id="1059" r:id="r803"/>
    <p:sldId id="1060" r:id="r804"/>
    <p:sldId id="1061" r:id="r805"/>
    <p:sldId id="1062" r:id="r806"/>
    <p:sldId id="1063" r:id="r807"/>
    <p:sldId id="1064" r:id="r808"/>
    <p:sldId id="1065" r:id="r809"/>
    <p:sldId id="1066" r:id="r810"/>
    <p:sldId id="1067" r:id="r811"/>
    <p:sldId id="1068" r:id="r812"/>
    <p:sldId id="1069" r:id="r813"/>
    <p:sldId id="1070" r:id="r814"/>
    <p:sldId id="1071" r:id="r815"/>
    <p:sldId id="1072" r:id="r816"/>
    <p:sldId id="1073" r:id="r817"/>
    <p:sldId id="1074" r:id="r818"/>
    <p:sldId id="1075" r:id="r819"/>
    <p:sldId id="1076" r:id="r820"/>
    <p:sldId id="1077" r:id="r821"/>
    <p:sldId id="1078" r:id="r822"/>
    <p:sldId id="1079" r:id="r823"/>
    <p:sldId id="1080" r:id="r824"/>
    <p:sldId id="1081" r:id="r825"/>
    <p:sldId id="1082" r:id="r826"/>
    <p:sldId id="1083" r:id="r827"/>
    <p:sldId id="1084" r:id="r828"/>
    <p:sldId id="1085" r:id="r829"/>
    <p:sldId id="1086" r:id="r830"/>
    <p:sldId id="1087" r:id="r831"/>
    <p:sldId id="1088" r:id="r832"/>
    <p:sldId id="1089" r:id="r833"/>
    <p:sldId id="1090" r:id="r834"/>
    <p:sldId id="1091" r:id="r835"/>
    <p:sldId id="1092" r:id="r836"/>
    <p:sldId id="1093" r:id="r837"/>
    <p:sldId id="1094" r:id="r838"/>
    <p:sldId id="1095" r:id="r839"/>
    <p:sldId id="1096" r:id="r840"/>
    <p:sldId id="1097" r:id="r841"/>
    <p:sldId id="1098" r:id="r842"/>
    <p:sldId id="1099" r:id="r843"/>
    <p:sldId id="1100" r:id="r844"/>
    <p:sldId id="1101" r:id="r845"/>
    <p:sldId id="1102" r:id="r846"/>
    <p:sldId id="1103" r:id="r847"/>
    <p:sldId id="1104" r:id="r848"/>
    <p:sldId id="1105" r:id="r849"/>
    <p:sldId id="1106" r:id="r850"/>
    <p:sldId id="1107" r:id="r851"/>
    <p:sldId id="1108" r:id="r852"/>
    <p:sldId id="1109" r:id="r853"/>
    <p:sldId id="1110" r:id="r854"/>
    <p:sldId id="1111" r:id="r855"/>
    <p:sldId id="1112" r:id="r856"/>
    <p:sldId id="1113" r:id="r857"/>
    <p:sldId id="1114" r:id="r858"/>
    <p:sldId id="1115" r:id="r859"/>
    <p:sldId id="1116" r:id="r860"/>
    <p:sldId id="1117" r:id="r861"/>
    <p:sldId id="1118" r:id="r862"/>
    <p:sldId id="1119" r:id="r863"/>
    <p:sldId id="1120" r:id="r864"/>
    <p:sldId id="1121" r:id="r865"/>
    <p:sldId id="1122" r:id="r866"/>
    <p:sldId id="1123" r:id="r867"/>
    <p:sldId id="1124" r:id="r868"/>
    <p:sldId id="1125" r:id="r869"/>
    <p:sldId id="1126" r:id="r870"/>
    <p:sldId id="1127" r:id="r871"/>
    <p:sldId id="1128" r:id="r872"/>
    <p:sldId id="1129" r:id="r873"/>
    <p:sldId id="1130" r:id="r874"/>
    <p:sldId id="1131" r:id="r875"/>
    <p:sldId id="1132" r:id="r876"/>
    <p:sldId id="1133" r:id="r877"/>
    <p:sldId id="1134" r:id="r878"/>
    <p:sldId id="1135" r:id="r879"/>
    <p:sldId id="1136" r:id="r880"/>
    <p:sldId id="1137" r:id="r881"/>
    <p:sldId id="1138" r:id="r882"/>
    <p:sldId id="1139" r:id="r883"/>
    <p:sldId id="1140" r:id="r884"/>
    <p:sldId id="1141" r:id="r885"/>
    <p:sldId id="1142" r:id="r886"/>
    <p:sldId id="1143" r:id="r887"/>
    <p:sldId id="1144" r:id="r888"/>
    <p:sldId id="1145" r:id="r889"/>
    <p:sldId id="1146" r:id="r890"/>
    <p:sldId id="1147" r:id="r891"/>
    <p:sldId id="1148" r:id="r892"/>
    <p:sldId id="1149" r:id="r893"/>
    <p:sldId id="1150" r:id="r894"/>
    <p:sldId id="1151" r:id="r895"/>
    <p:sldId id="1152" r:id="r896"/>
    <p:sldId id="1153" r:id="r897"/>
    <p:sldId id="1154" r:id="r898"/>
    <p:sldId id="1155" r:id="r899"/>
    <p:sldId id="1156" r:id="r900"/>
    <p:sldId id="1157" r:id="r901"/>
    <p:sldId id="1158" r:id="r902"/>
    <p:sldId id="1159" r:id="r903"/>
    <p:sldId id="1160" r:id="r904"/>
    <p:sldId id="1161" r:id="r905"/>
    <p:sldId id="1162" r:id="r906"/>
    <p:sldId id="1163" r:id="r907"/>
    <p:sldId id="1164" r:id="r908"/>
    <p:sldId id="1165" r:id="r909"/>
    <p:sldId id="1166" r:id="r910"/>
    <p:sldId id="1167" r:id="r911"/>
    <p:sldId id="1168" r:id="r912"/>
    <p:sldId id="1169" r:id="r913"/>
    <p:sldId id="1170" r:id="r914"/>
    <p:sldId id="1171" r:id="r915"/>
    <p:sldId id="1172" r:id="r916"/>
    <p:sldId id="1173" r:id="r917"/>
    <p:sldId id="1174" r:id="r918"/>
    <p:sldId id="1175" r:id="r919"/>
    <p:sldId id="1176" r:id="r920"/>
    <p:sldId id="1177" r:id="r921"/>
    <p:sldId id="1178" r:id="r922"/>
    <p:sldId id="1179" r:id="r923"/>
    <p:sldId id="1180" r:id="r924"/>
    <p:sldId id="1181" r:id="r925"/>
    <p:sldId id="1182" r:id="r926"/>
    <p:sldId id="1183" r:id="r927"/>
    <p:sldId id="1184" r:id="r928"/>
    <p:sldId id="1185" r:id="r929"/>
    <p:sldId id="1186" r:id="r930"/>
    <p:sldId id="1187" r:id="r931"/>
    <p:sldId id="1188" r:id="r932"/>
    <p:sldId id="1189" r:id="r933"/>
    <p:sldId id="1190" r:id="r934"/>
    <p:sldId id="1191" r:id="r935"/>
    <p:sldId id="1192" r:id="r936"/>
    <p:sldId id="1193" r:id="r937"/>
    <p:sldId id="1194" r:id="r938"/>
    <p:sldId id="1195" r:id="r939"/>
    <p:sldId id="1196" r:id="r940"/>
    <p:sldId id="1197" r:id="r941"/>
    <p:sldId id="1198" r:id="r942"/>
    <p:sldId id="1199" r:id="r943"/>
    <p:sldId id="1200" r:id="r944"/>
    <p:sldId id="1201" r:id="r945"/>
    <p:sldId id="1202" r:id="r946"/>
    <p:sldId id="1203" r:id="r947"/>
    <p:sldId id="1204" r:id="r948"/>
    <p:sldId id="1205" r:id="r949"/>
    <p:sldId id="1206" r:id="r950"/>
    <p:sldId id="1207" r:id="r951"/>
    <p:sldId id="1208" r:id="r952"/>
    <p:sldId id="1209" r:id="r953"/>
    <p:sldId id="1210" r:id="r954"/>
    <p:sldId id="1211" r:id="r955"/>
    <p:sldId id="1212" r:id="r956"/>
    <p:sldId id="1213" r:id="r957"/>
    <p:sldId id="1214" r:id="r958"/>
    <p:sldId id="1215" r:id="r959"/>
    <p:sldId id="1216" r:id="r960"/>
    <p:sldId id="1217" r:id="r961"/>
    <p:sldId id="1218" r:id="r962"/>
    <p:sldId id="1219" r:id="r963"/>
    <p:sldId id="1220" r:id="r964"/>
    <p:sldId id="1221" r:id="r965"/>
    <p:sldId id="1222" r:id="r966"/>
    <p:sldId id="1223" r:id="r967"/>
    <p:sldId id="1224" r:id="r968"/>
    <p:sldId id="1225" r:id="r969"/>
    <p:sldId id="1226" r:id="r970"/>
    <p:sldId id="1227" r:id="r971"/>
    <p:sldId id="1228" r:id="r972"/>
    <p:sldId id="1229" r:id="r973"/>
    <p:sldId id="1230" r:id="r974"/>
    <p:sldId id="1231" r:id="r975"/>
    <p:sldId id="1232" r:id="r976"/>
    <p:sldId id="1233" r:id="r977"/>
    <p:sldId id="1234" r:id="r978"/>
    <p:sldId id="1235" r:id="r979"/>
    <p:sldId id="1236" r:id="r980"/>
    <p:sldId id="1237" r:id="r981"/>
    <p:sldId id="1238" r:id="r982"/>
    <p:sldId id="1239" r:id="r983"/>
    <p:sldId id="1240" r:id="r984"/>
    <p:sldId id="1241" r:id="r985"/>
    <p:sldId id="1242" r:id="r986"/>
    <p:sldId id="1243" r:id="r987"/>
    <p:sldId id="1244" r:id="r988"/>
    <p:sldId id="1245" r:id="r989"/>
    <p:sldId id="1246" r:id="r990"/>
    <p:sldId id="1247" r:id="r991"/>
    <p:sldId id="1248" r:id="r992"/>
    <p:sldId id="1249" r:id="r993"/>
    <p:sldId id="1250" r:id="r994"/>
    <p:sldId id="1251" r:id="r995"/>
    <p:sldId id="1252" r:id="r996"/>
    <p:sldId id="1253" r:id="r997"/>
    <p:sldId id="1254" r:id="r998"/>
    <p:sldId id="1255" r:id="r999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Relationship Id="r1" Type="http://schemas.openxmlformats.org/officeDocument/2006/relationships/slide" Target="slides/slide2.xml"/><Relationship Id="r2" Type="http://schemas.openxmlformats.org/officeDocument/2006/relationships/slide" Target="slides/slide3.xml"/><Relationship Id="r3" Type="http://schemas.openxmlformats.org/officeDocument/2006/relationships/slide" Target="slides/slide4.xml"/><Relationship Id="r4" Type="http://schemas.openxmlformats.org/officeDocument/2006/relationships/slide" Target="slides/slide5.xml"/><Relationship Id="r5" Type="http://schemas.openxmlformats.org/officeDocument/2006/relationships/slide" Target="slides/slide6.xml"/><Relationship Id="r6" Type="http://schemas.openxmlformats.org/officeDocument/2006/relationships/slide" Target="slides/slide7.xml"/><Relationship Id="r7" Type="http://schemas.openxmlformats.org/officeDocument/2006/relationships/slide" Target="slides/slide8.xml"/><Relationship Id="r8" Type="http://schemas.openxmlformats.org/officeDocument/2006/relationships/slide" Target="slides/slide9.xml"/><Relationship Id="r9" Type="http://schemas.openxmlformats.org/officeDocument/2006/relationships/slide" Target="slides/slide10.xml"/><Relationship Id="r10" Type="http://schemas.openxmlformats.org/officeDocument/2006/relationships/slide" Target="slides/slide11.xml"/><Relationship Id="r11" Type="http://schemas.openxmlformats.org/officeDocument/2006/relationships/slide" Target="slides/slide12.xml"/><Relationship Id="r12" Type="http://schemas.openxmlformats.org/officeDocument/2006/relationships/slide" Target="slides/slide13.xml"/><Relationship Id="r13" Type="http://schemas.openxmlformats.org/officeDocument/2006/relationships/slide" Target="slides/slide14.xml"/><Relationship Id="r14" Type="http://schemas.openxmlformats.org/officeDocument/2006/relationships/slide" Target="slides/slide15.xml"/><Relationship Id="r15" Type="http://schemas.openxmlformats.org/officeDocument/2006/relationships/slide" Target="slides/slide16.xml"/><Relationship Id="r16" Type="http://schemas.openxmlformats.org/officeDocument/2006/relationships/slide" Target="slides/slide17.xml"/><Relationship Id="r17" Type="http://schemas.openxmlformats.org/officeDocument/2006/relationships/slide" Target="slides/slide18.xml"/><Relationship Id="r18" Type="http://schemas.openxmlformats.org/officeDocument/2006/relationships/slide" Target="slides/slide19.xml"/><Relationship Id="r19" Type="http://schemas.openxmlformats.org/officeDocument/2006/relationships/slide" Target="slides/slide20.xml"/><Relationship Id="r20" Type="http://schemas.openxmlformats.org/officeDocument/2006/relationships/slide" Target="slides/slide21.xml"/><Relationship Id="r21" Type="http://schemas.openxmlformats.org/officeDocument/2006/relationships/slide" Target="slides/slide22.xml"/><Relationship Id="r22" Type="http://schemas.openxmlformats.org/officeDocument/2006/relationships/slide" Target="slides/slide23.xml"/><Relationship Id="r23" Type="http://schemas.openxmlformats.org/officeDocument/2006/relationships/slide" Target="slides/slide24.xml"/><Relationship Id="r24" Type="http://schemas.openxmlformats.org/officeDocument/2006/relationships/slide" Target="slides/slide25.xml"/><Relationship Id="r25" Type="http://schemas.openxmlformats.org/officeDocument/2006/relationships/slide" Target="slides/slide26.xml"/><Relationship Id="r26" Type="http://schemas.openxmlformats.org/officeDocument/2006/relationships/slide" Target="slides/slide27.xml"/><Relationship Id="r27" Type="http://schemas.openxmlformats.org/officeDocument/2006/relationships/slide" Target="slides/slide28.xml"/><Relationship Id="r28" Type="http://schemas.openxmlformats.org/officeDocument/2006/relationships/slide" Target="slides/slide29.xml"/><Relationship Id="r29" Type="http://schemas.openxmlformats.org/officeDocument/2006/relationships/slide" Target="slides/slide30.xml"/><Relationship Id="r30" Type="http://schemas.openxmlformats.org/officeDocument/2006/relationships/slide" Target="slides/slide31.xml"/><Relationship Id="r31" Type="http://schemas.openxmlformats.org/officeDocument/2006/relationships/slide" Target="slides/slide32.xml"/><Relationship Id="r32" Type="http://schemas.openxmlformats.org/officeDocument/2006/relationships/slide" Target="slides/slide33.xml"/><Relationship Id="r33" Type="http://schemas.openxmlformats.org/officeDocument/2006/relationships/slide" Target="slides/slide34.xml"/><Relationship Id="r34" Type="http://schemas.openxmlformats.org/officeDocument/2006/relationships/slide" Target="slides/slide35.xml"/><Relationship Id="r35" Type="http://schemas.openxmlformats.org/officeDocument/2006/relationships/slide" Target="slides/slide36.xml"/><Relationship Id="r36" Type="http://schemas.openxmlformats.org/officeDocument/2006/relationships/slide" Target="slides/slide37.xml"/><Relationship Id="r37" Type="http://schemas.openxmlformats.org/officeDocument/2006/relationships/slide" Target="slides/slide38.xml"/><Relationship Id="r38" Type="http://schemas.openxmlformats.org/officeDocument/2006/relationships/slide" Target="slides/slide39.xml"/><Relationship Id="r39" Type="http://schemas.openxmlformats.org/officeDocument/2006/relationships/slide" Target="slides/slide40.xml"/><Relationship Id="r40" Type="http://schemas.openxmlformats.org/officeDocument/2006/relationships/slide" Target="slides/slide41.xml"/><Relationship Id="r41" Type="http://schemas.openxmlformats.org/officeDocument/2006/relationships/slide" Target="slides/slide42.xml"/><Relationship Id="r42" Type="http://schemas.openxmlformats.org/officeDocument/2006/relationships/slide" Target="slides/slide43.xml"/><Relationship Id="r43" Type="http://schemas.openxmlformats.org/officeDocument/2006/relationships/slide" Target="slides/slide44.xml"/><Relationship Id="r44" Type="http://schemas.openxmlformats.org/officeDocument/2006/relationships/slide" Target="slides/slide45.xml"/><Relationship Id="r45" Type="http://schemas.openxmlformats.org/officeDocument/2006/relationships/slide" Target="slides/slide46.xml"/><Relationship Id="r46" Type="http://schemas.openxmlformats.org/officeDocument/2006/relationships/slide" Target="slides/slide47.xml"/><Relationship Id="r47" Type="http://schemas.openxmlformats.org/officeDocument/2006/relationships/slide" Target="slides/slide48.xml"/><Relationship Id="r48" Type="http://schemas.openxmlformats.org/officeDocument/2006/relationships/slide" Target="slides/slide49.xml"/><Relationship Id="r49" Type="http://schemas.openxmlformats.org/officeDocument/2006/relationships/slide" Target="slides/slide50.xml"/><Relationship Id="r50" Type="http://schemas.openxmlformats.org/officeDocument/2006/relationships/slide" Target="slides/slide51.xml"/><Relationship Id="r51" Type="http://schemas.openxmlformats.org/officeDocument/2006/relationships/slide" Target="slides/slide52.xml"/><Relationship Id="r52" Type="http://schemas.openxmlformats.org/officeDocument/2006/relationships/slide" Target="slides/slide53.xml"/><Relationship Id="r53" Type="http://schemas.openxmlformats.org/officeDocument/2006/relationships/slide" Target="slides/slide54.xml"/><Relationship Id="r54" Type="http://schemas.openxmlformats.org/officeDocument/2006/relationships/slide" Target="slides/slide55.xml"/><Relationship Id="r55" Type="http://schemas.openxmlformats.org/officeDocument/2006/relationships/slide" Target="slides/slide56.xml"/><Relationship Id="r56" Type="http://schemas.openxmlformats.org/officeDocument/2006/relationships/slide" Target="slides/slide57.xml"/><Relationship Id="r57" Type="http://schemas.openxmlformats.org/officeDocument/2006/relationships/slide" Target="slides/slide58.xml"/><Relationship Id="r58" Type="http://schemas.openxmlformats.org/officeDocument/2006/relationships/slide" Target="slides/slide59.xml"/><Relationship Id="r59" Type="http://schemas.openxmlformats.org/officeDocument/2006/relationships/slide" Target="slides/slide60.xml"/><Relationship Id="r60" Type="http://schemas.openxmlformats.org/officeDocument/2006/relationships/slide" Target="slides/slide61.xml"/><Relationship Id="r61" Type="http://schemas.openxmlformats.org/officeDocument/2006/relationships/slide" Target="slides/slide62.xml"/><Relationship Id="r62" Type="http://schemas.openxmlformats.org/officeDocument/2006/relationships/slide" Target="slides/slide63.xml"/><Relationship Id="r63" Type="http://schemas.openxmlformats.org/officeDocument/2006/relationships/slide" Target="slides/slide64.xml"/><Relationship Id="r64" Type="http://schemas.openxmlformats.org/officeDocument/2006/relationships/slide" Target="slides/slide65.xml"/><Relationship Id="r65" Type="http://schemas.openxmlformats.org/officeDocument/2006/relationships/slide" Target="slides/slide66.xml"/><Relationship Id="r66" Type="http://schemas.openxmlformats.org/officeDocument/2006/relationships/slide" Target="slides/slide67.xml"/><Relationship Id="r67" Type="http://schemas.openxmlformats.org/officeDocument/2006/relationships/slide" Target="slides/slide68.xml"/><Relationship Id="r68" Type="http://schemas.openxmlformats.org/officeDocument/2006/relationships/slide" Target="slides/slide69.xml"/><Relationship Id="r69" Type="http://schemas.openxmlformats.org/officeDocument/2006/relationships/slide" Target="slides/slide70.xml"/><Relationship Id="r70" Type="http://schemas.openxmlformats.org/officeDocument/2006/relationships/slide" Target="slides/slide71.xml"/><Relationship Id="r71" Type="http://schemas.openxmlformats.org/officeDocument/2006/relationships/slide" Target="slides/slide72.xml"/><Relationship Id="r72" Type="http://schemas.openxmlformats.org/officeDocument/2006/relationships/slide" Target="slides/slide73.xml"/><Relationship Id="r73" Type="http://schemas.openxmlformats.org/officeDocument/2006/relationships/slide" Target="slides/slide74.xml"/><Relationship Id="r74" Type="http://schemas.openxmlformats.org/officeDocument/2006/relationships/slide" Target="slides/slide75.xml"/><Relationship Id="r75" Type="http://schemas.openxmlformats.org/officeDocument/2006/relationships/slide" Target="slides/slide76.xml"/><Relationship Id="r76" Type="http://schemas.openxmlformats.org/officeDocument/2006/relationships/slide" Target="slides/slide77.xml"/><Relationship Id="r77" Type="http://schemas.openxmlformats.org/officeDocument/2006/relationships/slide" Target="slides/slide78.xml"/><Relationship Id="r78" Type="http://schemas.openxmlformats.org/officeDocument/2006/relationships/slide" Target="slides/slide79.xml"/><Relationship Id="r79" Type="http://schemas.openxmlformats.org/officeDocument/2006/relationships/slide" Target="slides/slide80.xml"/><Relationship Id="r80" Type="http://schemas.openxmlformats.org/officeDocument/2006/relationships/slide" Target="slides/slide81.xml"/><Relationship Id="r81" Type="http://schemas.openxmlformats.org/officeDocument/2006/relationships/slide" Target="slides/slide82.xml"/><Relationship Id="r82" Type="http://schemas.openxmlformats.org/officeDocument/2006/relationships/slide" Target="slides/slide83.xml"/><Relationship Id="r83" Type="http://schemas.openxmlformats.org/officeDocument/2006/relationships/slide" Target="slides/slide84.xml"/><Relationship Id="r84" Type="http://schemas.openxmlformats.org/officeDocument/2006/relationships/slide" Target="slides/slide85.xml"/><Relationship Id="r85" Type="http://schemas.openxmlformats.org/officeDocument/2006/relationships/slide" Target="slides/slide86.xml"/><Relationship Id="r86" Type="http://schemas.openxmlformats.org/officeDocument/2006/relationships/slide" Target="slides/slide87.xml"/><Relationship Id="r87" Type="http://schemas.openxmlformats.org/officeDocument/2006/relationships/slide" Target="slides/slide88.xml"/><Relationship Id="r88" Type="http://schemas.openxmlformats.org/officeDocument/2006/relationships/slide" Target="slides/slide89.xml"/><Relationship Id="r89" Type="http://schemas.openxmlformats.org/officeDocument/2006/relationships/slide" Target="slides/slide90.xml"/><Relationship Id="r90" Type="http://schemas.openxmlformats.org/officeDocument/2006/relationships/slide" Target="slides/slide91.xml"/><Relationship Id="r91" Type="http://schemas.openxmlformats.org/officeDocument/2006/relationships/slide" Target="slides/slide92.xml"/><Relationship Id="r92" Type="http://schemas.openxmlformats.org/officeDocument/2006/relationships/slide" Target="slides/slide93.xml"/><Relationship Id="r93" Type="http://schemas.openxmlformats.org/officeDocument/2006/relationships/slide" Target="slides/slide94.xml"/><Relationship Id="r94" Type="http://schemas.openxmlformats.org/officeDocument/2006/relationships/slide" Target="slides/slide95.xml"/><Relationship Id="r95" Type="http://schemas.openxmlformats.org/officeDocument/2006/relationships/slide" Target="slides/slide96.xml"/><Relationship Id="r96" Type="http://schemas.openxmlformats.org/officeDocument/2006/relationships/slide" Target="slides/slide97.xml"/><Relationship Id="r97" Type="http://schemas.openxmlformats.org/officeDocument/2006/relationships/slide" Target="slides/slide98.xml"/><Relationship Id="r98" Type="http://schemas.openxmlformats.org/officeDocument/2006/relationships/slide" Target="slides/slide99.xml"/><Relationship Id="r99" Type="http://schemas.openxmlformats.org/officeDocument/2006/relationships/slide" Target="slides/slide100.xml"/><Relationship Id="r100" Type="http://schemas.openxmlformats.org/officeDocument/2006/relationships/slide" Target="slides/slide101.xml"/><Relationship Id="r101" Type="http://schemas.openxmlformats.org/officeDocument/2006/relationships/slide" Target="slides/slide102.xml"/><Relationship Id="r102" Type="http://schemas.openxmlformats.org/officeDocument/2006/relationships/slide" Target="slides/slide103.xml"/><Relationship Id="r103" Type="http://schemas.openxmlformats.org/officeDocument/2006/relationships/slide" Target="slides/slide104.xml"/><Relationship Id="r104" Type="http://schemas.openxmlformats.org/officeDocument/2006/relationships/slide" Target="slides/slide105.xml"/><Relationship Id="r105" Type="http://schemas.openxmlformats.org/officeDocument/2006/relationships/slide" Target="slides/slide106.xml"/><Relationship Id="r106" Type="http://schemas.openxmlformats.org/officeDocument/2006/relationships/slide" Target="slides/slide107.xml"/><Relationship Id="r107" Type="http://schemas.openxmlformats.org/officeDocument/2006/relationships/slide" Target="slides/slide108.xml"/><Relationship Id="r108" Type="http://schemas.openxmlformats.org/officeDocument/2006/relationships/slide" Target="slides/slide109.xml"/><Relationship Id="r109" Type="http://schemas.openxmlformats.org/officeDocument/2006/relationships/slide" Target="slides/slide110.xml"/><Relationship Id="r110" Type="http://schemas.openxmlformats.org/officeDocument/2006/relationships/slide" Target="slides/slide111.xml"/><Relationship Id="r111" Type="http://schemas.openxmlformats.org/officeDocument/2006/relationships/slide" Target="slides/slide112.xml"/><Relationship Id="r112" Type="http://schemas.openxmlformats.org/officeDocument/2006/relationships/slide" Target="slides/slide113.xml"/><Relationship Id="r113" Type="http://schemas.openxmlformats.org/officeDocument/2006/relationships/slide" Target="slides/slide114.xml"/><Relationship Id="r114" Type="http://schemas.openxmlformats.org/officeDocument/2006/relationships/slide" Target="slides/slide115.xml"/><Relationship Id="r115" Type="http://schemas.openxmlformats.org/officeDocument/2006/relationships/slide" Target="slides/slide116.xml"/><Relationship Id="r116" Type="http://schemas.openxmlformats.org/officeDocument/2006/relationships/slide" Target="slides/slide117.xml"/><Relationship Id="r117" Type="http://schemas.openxmlformats.org/officeDocument/2006/relationships/slide" Target="slides/slide118.xml"/><Relationship Id="r118" Type="http://schemas.openxmlformats.org/officeDocument/2006/relationships/slide" Target="slides/slide119.xml"/><Relationship Id="r119" Type="http://schemas.openxmlformats.org/officeDocument/2006/relationships/slide" Target="slides/slide120.xml"/><Relationship Id="r120" Type="http://schemas.openxmlformats.org/officeDocument/2006/relationships/slide" Target="slides/slide121.xml"/><Relationship Id="r121" Type="http://schemas.openxmlformats.org/officeDocument/2006/relationships/slide" Target="slides/slide122.xml"/><Relationship Id="r122" Type="http://schemas.openxmlformats.org/officeDocument/2006/relationships/slide" Target="slides/slide123.xml"/><Relationship Id="r123" Type="http://schemas.openxmlformats.org/officeDocument/2006/relationships/slide" Target="slides/slide124.xml"/><Relationship Id="r124" Type="http://schemas.openxmlformats.org/officeDocument/2006/relationships/slide" Target="slides/slide125.xml"/><Relationship Id="r125" Type="http://schemas.openxmlformats.org/officeDocument/2006/relationships/slide" Target="slides/slide126.xml"/><Relationship Id="r126" Type="http://schemas.openxmlformats.org/officeDocument/2006/relationships/slide" Target="slides/slide127.xml"/><Relationship Id="r127" Type="http://schemas.openxmlformats.org/officeDocument/2006/relationships/slide" Target="slides/slide128.xml"/><Relationship Id="r128" Type="http://schemas.openxmlformats.org/officeDocument/2006/relationships/slide" Target="slides/slide129.xml"/><Relationship Id="r129" Type="http://schemas.openxmlformats.org/officeDocument/2006/relationships/slide" Target="slides/slide130.xml"/><Relationship Id="r130" Type="http://schemas.openxmlformats.org/officeDocument/2006/relationships/slide" Target="slides/slide131.xml"/><Relationship Id="r131" Type="http://schemas.openxmlformats.org/officeDocument/2006/relationships/slide" Target="slides/slide132.xml"/><Relationship Id="r132" Type="http://schemas.openxmlformats.org/officeDocument/2006/relationships/slide" Target="slides/slide133.xml"/><Relationship Id="r133" Type="http://schemas.openxmlformats.org/officeDocument/2006/relationships/slide" Target="slides/slide134.xml"/><Relationship Id="r134" Type="http://schemas.openxmlformats.org/officeDocument/2006/relationships/slide" Target="slides/slide135.xml"/><Relationship Id="r135" Type="http://schemas.openxmlformats.org/officeDocument/2006/relationships/slide" Target="slides/slide136.xml"/><Relationship Id="r136" Type="http://schemas.openxmlformats.org/officeDocument/2006/relationships/slide" Target="slides/slide137.xml"/><Relationship Id="r137" Type="http://schemas.openxmlformats.org/officeDocument/2006/relationships/slide" Target="slides/slide138.xml"/><Relationship Id="r138" Type="http://schemas.openxmlformats.org/officeDocument/2006/relationships/slide" Target="slides/slide139.xml"/><Relationship Id="r139" Type="http://schemas.openxmlformats.org/officeDocument/2006/relationships/slide" Target="slides/slide140.xml"/><Relationship Id="r140" Type="http://schemas.openxmlformats.org/officeDocument/2006/relationships/slide" Target="slides/slide141.xml"/><Relationship Id="r141" Type="http://schemas.openxmlformats.org/officeDocument/2006/relationships/slide" Target="slides/slide142.xml"/><Relationship Id="r142" Type="http://schemas.openxmlformats.org/officeDocument/2006/relationships/slide" Target="slides/slide143.xml"/><Relationship Id="r143" Type="http://schemas.openxmlformats.org/officeDocument/2006/relationships/slide" Target="slides/slide144.xml"/><Relationship Id="r144" Type="http://schemas.openxmlformats.org/officeDocument/2006/relationships/slide" Target="slides/slide145.xml"/><Relationship Id="r145" Type="http://schemas.openxmlformats.org/officeDocument/2006/relationships/slide" Target="slides/slide146.xml"/><Relationship Id="r146" Type="http://schemas.openxmlformats.org/officeDocument/2006/relationships/slide" Target="slides/slide147.xml"/><Relationship Id="r147" Type="http://schemas.openxmlformats.org/officeDocument/2006/relationships/slide" Target="slides/slide148.xml"/><Relationship Id="r148" Type="http://schemas.openxmlformats.org/officeDocument/2006/relationships/slide" Target="slides/slide149.xml"/><Relationship Id="r149" Type="http://schemas.openxmlformats.org/officeDocument/2006/relationships/slide" Target="slides/slide150.xml"/><Relationship Id="r150" Type="http://schemas.openxmlformats.org/officeDocument/2006/relationships/slide" Target="slides/slide151.xml"/><Relationship Id="r151" Type="http://schemas.openxmlformats.org/officeDocument/2006/relationships/slide" Target="slides/slide152.xml"/><Relationship Id="r152" Type="http://schemas.openxmlformats.org/officeDocument/2006/relationships/slide" Target="slides/slide153.xml"/><Relationship Id="r153" Type="http://schemas.openxmlformats.org/officeDocument/2006/relationships/slide" Target="slides/slide154.xml"/><Relationship Id="r154" Type="http://schemas.openxmlformats.org/officeDocument/2006/relationships/slide" Target="slides/slide155.xml"/><Relationship Id="r155" Type="http://schemas.openxmlformats.org/officeDocument/2006/relationships/slide" Target="slides/slide156.xml"/><Relationship Id="r156" Type="http://schemas.openxmlformats.org/officeDocument/2006/relationships/slide" Target="slides/slide157.xml"/><Relationship Id="r157" Type="http://schemas.openxmlformats.org/officeDocument/2006/relationships/slide" Target="slides/slide158.xml"/><Relationship Id="r158" Type="http://schemas.openxmlformats.org/officeDocument/2006/relationships/slide" Target="slides/slide159.xml"/><Relationship Id="r159" Type="http://schemas.openxmlformats.org/officeDocument/2006/relationships/slide" Target="slides/slide160.xml"/><Relationship Id="r160" Type="http://schemas.openxmlformats.org/officeDocument/2006/relationships/slide" Target="slides/slide161.xml"/><Relationship Id="r161" Type="http://schemas.openxmlformats.org/officeDocument/2006/relationships/slide" Target="slides/slide162.xml"/><Relationship Id="r162" Type="http://schemas.openxmlformats.org/officeDocument/2006/relationships/slide" Target="slides/slide163.xml"/><Relationship Id="r163" Type="http://schemas.openxmlformats.org/officeDocument/2006/relationships/slide" Target="slides/slide164.xml"/><Relationship Id="r164" Type="http://schemas.openxmlformats.org/officeDocument/2006/relationships/slide" Target="slides/slide165.xml"/><Relationship Id="r165" Type="http://schemas.openxmlformats.org/officeDocument/2006/relationships/slide" Target="slides/slide166.xml"/><Relationship Id="r166" Type="http://schemas.openxmlformats.org/officeDocument/2006/relationships/slide" Target="slides/slide167.xml"/><Relationship Id="r167" Type="http://schemas.openxmlformats.org/officeDocument/2006/relationships/slide" Target="slides/slide168.xml"/><Relationship Id="r168" Type="http://schemas.openxmlformats.org/officeDocument/2006/relationships/slide" Target="slides/slide169.xml"/><Relationship Id="r169" Type="http://schemas.openxmlformats.org/officeDocument/2006/relationships/slide" Target="slides/slide170.xml"/><Relationship Id="r170" Type="http://schemas.openxmlformats.org/officeDocument/2006/relationships/slide" Target="slides/slide171.xml"/><Relationship Id="r171" Type="http://schemas.openxmlformats.org/officeDocument/2006/relationships/slide" Target="slides/slide172.xml"/><Relationship Id="r172" Type="http://schemas.openxmlformats.org/officeDocument/2006/relationships/slide" Target="slides/slide173.xml"/><Relationship Id="r173" Type="http://schemas.openxmlformats.org/officeDocument/2006/relationships/slide" Target="slides/slide174.xml"/><Relationship Id="r174" Type="http://schemas.openxmlformats.org/officeDocument/2006/relationships/slide" Target="slides/slide175.xml"/><Relationship Id="r175" Type="http://schemas.openxmlformats.org/officeDocument/2006/relationships/slide" Target="slides/slide176.xml"/><Relationship Id="r176" Type="http://schemas.openxmlformats.org/officeDocument/2006/relationships/slide" Target="slides/slide177.xml"/><Relationship Id="r177" Type="http://schemas.openxmlformats.org/officeDocument/2006/relationships/slide" Target="slides/slide178.xml"/><Relationship Id="r178" Type="http://schemas.openxmlformats.org/officeDocument/2006/relationships/slide" Target="slides/slide179.xml"/><Relationship Id="r179" Type="http://schemas.openxmlformats.org/officeDocument/2006/relationships/slide" Target="slides/slide180.xml"/><Relationship Id="r180" Type="http://schemas.openxmlformats.org/officeDocument/2006/relationships/slide" Target="slides/slide181.xml"/><Relationship Id="r181" Type="http://schemas.openxmlformats.org/officeDocument/2006/relationships/slide" Target="slides/slide182.xml"/><Relationship Id="r182" Type="http://schemas.openxmlformats.org/officeDocument/2006/relationships/slide" Target="slides/slide183.xml"/><Relationship Id="r183" Type="http://schemas.openxmlformats.org/officeDocument/2006/relationships/slide" Target="slides/slide184.xml"/><Relationship Id="r184" Type="http://schemas.openxmlformats.org/officeDocument/2006/relationships/slide" Target="slides/slide185.xml"/><Relationship Id="r185" Type="http://schemas.openxmlformats.org/officeDocument/2006/relationships/slide" Target="slides/slide186.xml"/><Relationship Id="r186" Type="http://schemas.openxmlformats.org/officeDocument/2006/relationships/slide" Target="slides/slide187.xml"/><Relationship Id="r187" Type="http://schemas.openxmlformats.org/officeDocument/2006/relationships/slide" Target="slides/slide188.xml"/><Relationship Id="r188" Type="http://schemas.openxmlformats.org/officeDocument/2006/relationships/slide" Target="slides/slide189.xml"/><Relationship Id="r189" Type="http://schemas.openxmlformats.org/officeDocument/2006/relationships/slide" Target="slides/slide190.xml"/><Relationship Id="r190" Type="http://schemas.openxmlformats.org/officeDocument/2006/relationships/slide" Target="slides/slide191.xml"/><Relationship Id="r191" Type="http://schemas.openxmlformats.org/officeDocument/2006/relationships/slide" Target="slides/slide192.xml"/><Relationship Id="r192" Type="http://schemas.openxmlformats.org/officeDocument/2006/relationships/slide" Target="slides/slide193.xml"/><Relationship Id="r193" Type="http://schemas.openxmlformats.org/officeDocument/2006/relationships/slide" Target="slides/slide194.xml"/><Relationship Id="r194" Type="http://schemas.openxmlformats.org/officeDocument/2006/relationships/slide" Target="slides/slide195.xml"/><Relationship Id="r195" Type="http://schemas.openxmlformats.org/officeDocument/2006/relationships/slide" Target="slides/slide196.xml"/><Relationship Id="r196" Type="http://schemas.openxmlformats.org/officeDocument/2006/relationships/slide" Target="slides/slide197.xml"/><Relationship Id="r197" Type="http://schemas.openxmlformats.org/officeDocument/2006/relationships/slide" Target="slides/slide198.xml"/><Relationship Id="r198" Type="http://schemas.openxmlformats.org/officeDocument/2006/relationships/slide" Target="slides/slide199.xml"/><Relationship Id="r199" Type="http://schemas.openxmlformats.org/officeDocument/2006/relationships/slide" Target="slides/slide200.xml"/><Relationship Id="r200" Type="http://schemas.openxmlformats.org/officeDocument/2006/relationships/slide" Target="slides/slide201.xml"/><Relationship Id="r201" Type="http://schemas.openxmlformats.org/officeDocument/2006/relationships/slide" Target="slides/slide202.xml"/><Relationship Id="r202" Type="http://schemas.openxmlformats.org/officeDocument/2006/relationships/slide" Target="slides/slide203.xml"/><Relationship Id="r203" Type="http://schemas.openxmlformats.org/officeDocument/2006/relationships/slide" Target="slides/slide204.xml"/><Relationship Id="r204" Type="http://schemas.openxmlformats.org/officeDocument/2006/relationships/slide" Target="slides/slide205.xml"/><Relationship Id="r205" Type="http://schemas.openxmlformats.org/officeDocument/2006/relationships/slide" Target="slides/slide206.xml"/><Relationship Id="r206" Type="http://schemas.openxmlformats.org/officeDocument/2006/relationships/slide" Target="slides/slide207.xml"/><Relationship Id="r207" Type="http://schemas.openxmlformats.org/officeDocument/2006/relationships/slide" Target="slides/slide208.xml"/><Relationship Id="r208" Type="http://schemas.openxmlformats.org/officeDocument/2006/relationships/slide" Target="slides/slide209.xml"/><Relationship Id="r209" Type="http://schemas.openxmlformats.org/officeDocument/2006/relationships/slide" Target="slides/slide210.xml"/><Relationship Id="r210" Type="http://schemas.openxmlformats.org/officeDocument/2006/relationships/slide" Target="slides/slide211.xml"/><Relationship Id="r211" Type="http://schemas.openxmlformats.org/officeDocument/2006/relationships/slide" Target="slides/slide212.xml"/><Relationship Id="r212" Type="http://schemas.openxmlformats.org/officeDocument/2006/relationships/slide" Target="slides/slide213.xml"/><Relationship Id="r213" Type="http://schemas.openxmlformats.org/officeDocument/2006/relationships/slide" Target="slides/slide214.xml"/><Relationship Id="r214" Type="http://schemas.openxmlformats.org/officeDocument/2006/relationships/slide" Target="slides/slide215.xml"/><Relationship Id="r215" Type="http://schemas.openxmlformats.org/officeDocument/2006/relationships/slide" Target="slides/slide216.xml"/><Relationship Id="r216" Type="http://schemas.openxmlformats.org/officeDocument/2006/relationships/slide" Target="slides/slide217.xml"/><Relationship Id="r217" Type="http://schemas.openxmlformats.org/officeDocument/2006/relationships/slide" Target="slides/slide218.xml"/><Relationship Id="r218" Type="http://schemas.openxmlformats.org/officeDocument/2006/relationships/slide" Target="slides/slide219.xml"/><Relationship Id="r219" Type="http://schemas.openxmlformats.org/officeDocument/2006/relationships/slide" Target="slides/slide220.xml"/><Relationship Id="r220" Type="http://schemas.openxmlformats.org/officeDocument/2006/relationships/slide" Target="slides/slide221.xml"/><Relationship Id="r221" Type="http://schemas.openxmlformats.org/officeDocument/2006/relationships/slide" Target="slides/slide222.xml"/><Relationship Id="r222" Type="http://schemas.openxmlformats.org/officeDocument/2006/relationships/slide" Target="slides/slide223.xml"/><Relationship Id="r223" Type="http://schemas.openxmlformats.org/officeDocument/2006/relationships/slide" Target="slides/slide224.xml"/><Relationship Id="r224" Type="http://schemas.openxmlformats.org/officeDocument/2006/relationships/slide" Target="slides/slide225.xml"/><Relationship Id="r225" Type="http://schemas.openxmlformats.org/officeDocument/2006/relationships/slide" Target="slides/slide226.xml"/><Relationship Id="r226" Type="http://schemas.openxmlformats.org/officeDocument/2006/relationships/slide" Target="slides/slide227.xml"/><Relationship Id="r227" Type="http://schemas.openxmlformats.org/officeDocument/2006/relationships/slide" Target="slides/slide228.xml"/><Relationship Id="r228" Type="http://schemas.openxmlformats.org/officeDocument/2006/relationships/slide" Target="slides/slide229.xml"/><Relationship Id="r229" Type="http://schemas.openxmlformats.org/officeDocument/2006/relationships/slide" Target="slides/slide230.xml"/><Relationship Id="r230" Type="http://schemas.openxmlformats.org/officeDocument/2006/relationships/slide" Target="slides/slide231.xml"/><Relationship Id="r231" Type="http://schemas.openxmlformats.org/officeDocument/2006/relationships/slide" Target="slides/slide232.xml"/><Relationship Id="r232" Type="http://schemas.openxmlformats.org/officeDocument/2006/relationships/slide" Target="slides/slide233.xml"/><Relationship Id="r233" Type="http://schemas.openxmlformats.org/officeDocument/2006/relationships/slide" Target="slides/slide234.xml"/><Relationship Id="r234" Type="http://schemas.openxmlformats.org/officeDocument/2006/relationships/slide" Target="slides/slide235.xml"/><Relationship Id="r235" Type="http://schemas.openxmlformats.org/officeDocument/2006/relationships/slide" Target="slides/slide236.xml"/><Relationship Id="r236" Type="http://schemas.openxmlformats.org/officeDocument/2006/relationships/slide" Target="slides/slide237.xml"/><Relationship Id="r237" Type="http://schemas.openxmlformats.org/officeDocument/2006/relationships/slide" Target="slides/slide238.xml"/><Relationship Id="r238" Type="http://schemas.openxmlformats.org/officeDocument/2006/relationships/slide" Target="slides/slide239.xml"/><Relationship Id="r239" Type="http://schemas.openxmlformats.org/officeDocument/2006/relationships/slide" Target="slides/slide240.xml"/><Relationship Id="r240" Type="http://schemas.openxmlformats.org/officeDocument/2006/relationships/slide" Target="slides/slide241.xml"/><Relationship Id="r241" Type="http://schemas.openxmlformats.org/officeDocument/2006/relationships/slide" Target="slides/slide242.xml"/><Relationship Id="r242" Type="http://schemas.openxmlformats.org/officeDocument/2006/relationships/slide" Target="slides/slide243.xml"/><Relationship Id="r243" Type="http://schemas.openxmlformats.org/officeDocument/2006/relationships/slide" Target="slides/slide244.xml"/><Relationship Id="r244" Type="http://schemas.openxmlformats.org/officeDocument/2006/relationships/slide" Target="slides/slide245.xml"/><Relationship Id="r245" Type="http://schemas.openxmlformats.org/officeDocument/2006/relationships/slide" Target="slides/slide246.xml"/><Relationship Id="r246" Type="http://schemas.openxmlformats.org/officeDocument/2006/relationships/slide" Target="slides/slide247.xml"/><Relationship Id="r247" Type="http://schemas.openxmlformats.org/officeDocument/2006/relationships/slide" Target="slides/slide248.xml"/><Relationship Id="r248" Type="http://schemas.openxmlformats.org/officeDocument/2006/relationships/slide" Target="slides/slide249.xml"/><Relationship Id="r249" Type="http://schemas.openxmlformats.org/officeDocument/2006/relationships/slide" Target="slides/slide250.xml"/><Relationship Id="r250" Type="http://schemas.openxmlformats.org/officeDocument/2006/relationships/slide" Target="slides/slide251.xml"/><Relationship Id="r251" Type="http://schemas.openxmlformats.org/officeDocument/2006/relationships/slide" Target="slides/slide252.xml"/><Relationship Id="r252" Type="http://schemas.openxmlformats.org/officeDocument/2006/relationships/slide" Target="slides/slide253.xml"/><Relationship Id="r253" Type="http://schemas.openxmlformats.org/officeDocument/2006/relationships/slide" Target="slides/slide254.xml"/><Relationship Id="r254" Type="http://schemas.openxmlformats.org/officeDocument/2006/relationships/slide" Target="slides/slide255.xml"/><Relationship Id="r255" Type="http://schemas.openxmlformats.org/officeDocument/2006/relationships/slide" Target="slides/slide256.xml"/><Relationship Id="r256" Type="http://schemas.openxmlformats.org/officeDocument/2006/relationships/slide" Target="slides/slide257.xml"/><Relationship Id="r257" Type="http://schemas.openxmlformats.org/officeDocument/2006/relationships/slide" Target="slides/slide258.xml"/><Relationship Id="r258" Type="http://schemas.openxmlformats.org/officeDocument/2006/relationships/slide" Target="slides/slide259.xml"/><Relationship Id="r259" Type="http://schemas.openxmlformats.org/officeDocument/2006/relationships/slide" Target="slides/slide260.xml"/><Relationship Id="r260" Type="http://schemas.openxmlformats.org/officeDocument/2006/relationships/slide" Target="slides/slide261.xml"/><Relationship Id="r261" Type="http://schemas.openxmlformats.org/officeDocument/2006/relationships/slide" Target="slides/slide262.xml"/><Relationship Id="r262" Type="http://schemas.openxmlformats.org/officeDocument/2006/relationships/slide" Target="slides/slide263.xml"/><Relationship Id="r263" Type="http://schemas.openxmlformats.org/officeDocument/2006/relationships/slide" Target="slides/slide264.xml"/><Relationship Id="r264" Type="http://schemas.openxmlformats.org/officeDocument/2006/relationships/slide" Target="slides/slide265.xml"/><Relationship Id="r265" Type="http://schemas.openxmlformats.org/officeDocument/2006/relationships/slide" Target="slides/slide266.xml"/><Relationship Id="r266" Type="http://schemas.openxmlformats.org/officeDocument/2006/relationships/slide" Target="slides/slide267.xml"/><Relationship Id="r267" Type="http://schemas.openxmlformats.org/officeDocument/2006/relationships/slide" Target="slides/slide268.xml"/><Relationship Id="r268" Type="http://schemas.openxmlformats.org/officeDocument/2006/relationships/slide" Target="slides/slide269.xml"/><Relationship Id="r269" Type="http://schemas.openxmlformats.org/officeDocument/2006/relationships/slide" Target="slides/slide270.xml"/><Relationship Id="r270" Type="http://schemas.openxmlformats.org/officeDocument/2006/relationships/slide" Target="slides/slide271.xml"/><Relationship Id="r271" Type="http://schemas.openxmlformats.org/officeDocument/2006/relationships/slide" Target="slides/slide272.xml"/><Relationship Id="r272" Type="http://schemas.openxmlformats.org/officeDocument/2006/relationships/slide" Target="slides/slide273.xml"/><Relationship Id="r273" Type="http://schemas.openxmlformats.org/officeDocument/2006/relationships/slide" Target="slides/slide274.xml"/><Relationship Id="r274" Type="http://schemas.openxmlformats.org/officeDocument/2006/relationships/slide" Target="slides/slide275.xml"/><Relationship Id="r275" Type="http://schemas.openxmlformats.org/officeDocument/2006/relationships/slide" Target="slides/slide276.xml"/><Relationship Id="r276" Type="http://schemas.openxmlformats.org/officeDocument/2006/relationships/slide" Target="slides/slide277.xml"/><Relationship Id="r277" Type="http://schemas.openxmlformats.org/officeDocument/2006/relationships/slide" Target="slides/slide278.xml"/><Relationship Id="r278" Type="http://schemas.openxmlformats.org/officeDocument/2006/relationships/slide" Target="slides/slide279.xml"/><Relationship Id="r279" Type="http://schemas.openxmlformats.org/officeDocument/2006/relationships/slide" Target="slides/slide280.xml"/><Relationship Id="r280" Type="http://schemas.openxmlformats.org/officeDocument/2006/relationships/slide" Target="slides/slide281.xml"/><Relationship Id="r281" Type="http://schemas.openxmlformats.org/officeDocument/2006/relationships/slide" Target="slides/slide282.xml"/><Relationship Id="r282" Type="http://schemas.openxmlformats.org/officeDocument/2006/relationships/slide" Target="slides/slide283.xml"/><Relationship Id="r283" Type="http://schemas.openxmlformats.org/officeDocument/2006/relationships/slide" Target="slides/slide284.xml"/><Relationship Id="r284" Type="http://schemas.openxmlformats.org/officeDocument/2006/relationships/slide" Target="slides/slide285.xml"/><Relationship Id="r285" Type="http://schemas.openxmlformats.org/officeDocument/2006/relationships/slide" Target="slides/slide286.xml"/><Relationship Id="r286" Type="http://schemas.openxmlformats.org/officeDocument/2006/relationships/slide" Target="slides/slide287.xml"/><Relationship Id="r287" Type="http://schemas.openxmlformats.org/officeDocument/2006/relationships/slide" Target="slides/slide288.xml"/><Relationship Id="r288" Type="http://schemas.openxmlformats.org/officeDocument/2006/relationships/slide" Target="slides/slide289.xml"/><Relationship Id="r289" Type="http://schemas.openxmlformats.org/officeDocument/2006/relationships/slide" Target="slides/slide290.xml"/><Relationship Id="r290" Type="http://schemas.openxmlformats.org/officeDocument/2006/relationships/slide" Target="slides/slide291.xml"/><Relationship Id="r291" Type="http://schemas.openxmlformats.org/officeDocument/2006/relationships/slide" Target="slides/slide292.xml"/><Relationship Id="r292" Type="http://schemas.openxmlformats.org/officeDocument/2006/relationships/slide" Target="slides/slide293.xml"/><Relationship Id="r293" Type="http://schemas.openxmlformats.org/officeDocument/2006/relationships/slide" Target="slides/slide294.xml"/><Relationship Id="r294" Type="http://schemas.openxmlformats.org/officeDocument/2006/relationships/slide" Target="slides/slide295.xml"/><Relationship Id="r295" Type="http://schemas.openxmlformats.org/officeDocument/2006/relationships/slide" Target="slides/slide296.xml"/><Relationship Id="r296" Type="http://schemas.openxmlformats.org/officeDocument/2006/relationships/slide" Target="slides/slide297.xml"/><Relationship Id="r297" Type="http://schemas.openxmlformats.org/officeDocument/2006/relationships/slide" Target="slides/slide298.xml"/><Relationship Id="r298" Type="http://schemas.openxmlformats.org/officeDocument/2006/relationships/slide" Target="slides/slide299.xml"/><Relationship Id="r299" Type="http://schemas.openxmlformats.org/officeDocument/2006/relationships/slide" Target="slides/slide300.xml"/><Relationship Id="r300" Type="http://schemas.openxmlformats.org/officeDocument/2006/relationships/slide" Target="slides/slide301.xml"/><Relationship Id="r301" Type="http://schemas.openxmlformats.org/officeDocument/2006/relationships/slide" Target="slides/slide302.xml"/><Relationship Id="r302" Type="http://schemas.openxmlformats.org/officeDocument/2006/relationships/slide" Target="slides/slide303.xml"/><Relationship Id="r303" Type="http://schemas.openxmlformats.org/officeDocument/2006/relationships/slide" Target="slides/slide304.xml"/><Relationship Id="r304" Type="http://schemas.openxmlformats.org/officeDocument/2006/relationships/slide" Target="slides/slide305.xml"/><Relationship Id="r305" Type="http://schemas.openxmlformats.org/officeDocument/2006/relationships/slide" Target="slides/slide306.xml"/><Relationship Id="r306" Type="http://schemas.openxmlformats.org/officeDocument/2006/relationships/slide" Target="slides/slide307.xml"/><Relationship Id="r307" Type="http://schemas.openxmlformats.org/officeDocument/2006/relationships/slide" Target="slides/slide308.xml"/><Relationship Id="r308" Type="http://schemas.openxmlformats.org/officeDocument/2006/relationships/slide" Target="slides/slide309.xml"/><Relationship Id="r309" Type="http://schemas.openxmlformats.org/officeDocument/2006/relationships/slide" Target="slides/slide310.xml"/><Relationship Id="r310" Type="http://schemas.openxmlformats.org/officeDocument/2006/relationships/slide" Target="slides/slide311.xml"/><Relationship Id="r311" Type="http://schemas.openxmlformats.org/officeDocument/2006/relationships/slide" Target="slides/slide312.xml"/><Relationship Id="r312" Type="http://schemas.openxmlformats.org/officeDocument/2006/relationships/slide" Target="slides/slide313.xml"/><Relationship Id="r313" Type="http://schemas.openxmlformats.org/officeDocument/2006/relationships/slide" Target="slides/slide314.xml"/><Relationship Id="r314" Type="http://schemas.openxmlformats.org/officeDocument/2006/relationships/slide" Target="slides/slide315.xml"/><Relationship Id="r315" Type="http://schemas.openxmlformats.org/officeDocument/2006/relationships/slide" Target="slides/slide316.xml"/><Relationship Id="r316" Type="http://schemas.openxmlformats.org/officeDocument/2006/relationships/slide" Target="slides/slide317.xml"/><Relationship Id="r317" Type="http://schemas.openxmlformats.org/officeDocument/2006/relationships/slide" Target="slides/slide318.xml"/><Relationship Id="r318" Type="http://schemas.openxmlformats.org/officeDocument/2006/relationships/slide" Target="slides/slide319.xml"/><Relationship Id="r319" Type="http://schemas.openxmlformats.org/officeDocument/2006/relationships/slide" Target="slides/slide320.xml"/><Relationship Id="r320" Type="http://schemas.openxmlformats.org/officeDocument/2006/relationships/slide" Target="slides/slide321.xml"/><Relationship Id="r321" Type="http://schemas.openxmlformats.org/officeDocument/2006/relationships/slide" Target="slides/slide322.xml"/><Relationship Id="r322" Type="http://schemas.openxmlformats.org/officeDocument/2006/relationships/slide" Target="slides/slide323.xml"/><Relationship Id="r323" Type="http://schemas.openxmlformats.org/officeDocument/2006/relationships/slide" Target="slides/slide324.xml"/><Relationship Id="r324" Type="http://schemas.openxmlformats.org/officeDocument/2006/relationships/slide" Target="slides/slide325.xml"/><Relationship Id="r325" Type="http://schemas.openxmlformats.org/officeDocument/2006/relationships/slide" Target="slides/slide326.xml"/><Relationship Id="r326" Type="http://schemas.openxmlformats.org/officeDocument/2006/relationships/slide" Target="slides/slide327.xml"/><Relationship Id="r327" Type="http://schemas.openxmlformats.org/officeDocument/2006/relationships/slide" Target="slides/slide328.xml"/><Relationship Id="r328" Type="http://schemas.openxmlformats.org/officeDocument/2006/relationships/slide" Target="slides/slide329.xml"/><Relationship Id="r329" Type="http://schemas.openxmlformats.org/officeDocument/2006/relationships/slide" Target="slides/slide330.xml"/><Relationship Id="r330" Type="http://schemas.openxmlformats.org/officeDocument/2006/relationships/slide" Target="slides/slide331.xml"/><Relationship Id="r331" Type="http://schemas.openxmlformats.org/officeDocument/2006/relationships/slide" Target="slides/slide332.xml"/><Relationship Id="r332" Type="http://schemas.openxmlformats.org/officeDocument/2006/relationships/slide" Target="slides/slide333.xml"/><Relationship Id="r333" Type="http://schemas.openxmlformats.org/officeDocument/2006/relationships/slide" Target="slides/slide334.xml"/><Relationship Id="r334" Type="http://schemas.openxmlformats.org/officeDocument/2006/relationships/slide" Target="slides/slide335.xml"/><Relationship Id="r335" Type="http://schemas.openxmlformats.org/officeDocument/2006/relationships/slide" Target="slides/slide336.xml"/><Relationship Id="r336" Type="http://schemas.openxmlformats.org/officeDocument/2006/relationships/slide" Target="slides/slide337.xml"/><Relationship Id="r337" Type="http://schemas.openxmlformats.org/officeDocument/2006/relationships/slide" Target="slides/slide338.xml"/><Relationship Id="r338" Type="http://schemas.openxmlformats.org/officeDocument/2006/relationships/slide" Target="slides/slide339.xml"/><Relationship Id="r339" Type="http://schemas.openxmlformats.org/officeDocument/2006/relationships/slide" Target="slides/slide340.xml"/><Relationship Id="r340" Type="http://schemas.openxmlformats.org/officeDocument/2006/relationships/slide" Target="slides/slide341.xml"/><Relationship Id="r341" Type="http://schemas.openxmlformats.org/officeDocument/2006/relationships/slide" Target="slides/slide342.xml"/><Relationship Id="r342" Type="http://schemas.openxmlformats.org/officeDocument/2006/relationships/slide" Target="slides/slide343.xml"/><Relationship Id="r343" Type="http://schemas.openxmlformats.org/officeDocument/2006/relationships/slide" Target="slides/slide344.xml"/><Relationship Id="r344" Type="http://schemas.openxmlformats.org/officeDocument/2006/relationships/slide" Target="slides/slide345.xml"/><Relationship Id="r345" Type="http://schemas.openxmlformats.org/officeDocument/2006/relationships/slide" Target="slides/slide346.xml"/><Relationship Id="r346" Type="http://schemas.openxmlformats.org/officeDocument/2006/relationships/slide" Target="slides/slide347.xml"/><Relationship Id="r347" Type="http://schemas.openxmlformats.org/officeDocument/2006/relationships/slide" Target="slides/slide348.xml"/><Relationship Id="r348" Type="http://schemas.openxmlformats.org/officeDocument/2006/relationships/slide" Target="slides/slide349.xml"/><Relationship Id="r349" Type="http://schemas.openxmlformats.org/officeDocument/2006/relationships/slide" Target="slides/slide350.xml"/><Relationship Id="r350" Type="http://schemas.openxmlformats.org/officeDocument/2006/relationships/slide" Target="slides/slide351.xml"/><Relationship Id="r351" Type="http://schemas.openxmlformats.org/officeDocument/2006/relationships/slide" Target="slides/slide352.xml"/><Relationship Id="r352" Type="http://schemas.openxmlformats.org/officeDocument/2006/relationships/slide" Target="slides/slide353.xml"/><Relationship Id="r353" Type="http://schemas.openxmlformats.org/officeDocument/2006/relationships/slide" Target="slides/slide354.xml"/><Relationship Id="r354" Type="http://schemas.openxmlformats.org/officeDocument/2006/relationships/slide" Target="slides/slide355.xml"/><Relationship Id="r355" Type="http://schemas.openxmlformats.org/officeDocument/2006/relationships/slide" Target="slides/slide356.xml"/><Relationship Id="r356" Type="http://schemas.openxmlformats.org/officeDocument/2006/relationships/slide" Target="slides/slide357.xml"/><Relationship Id="r357" Type="http://schemas.openxmlformats.org/officeDocument/2006/relationships/slide" Target="slides/slide358.xml"/><Relationship Id="r358" Type="http://schemas.openxmlformats.org/officeDocument/2006/relationships/slide" Target="slides/slide359.xml"/><Relationship Id="r359" Type="http://schemas.openxmlformats.org/officeDocument/2006/relationships/slide" Target="slides/slide360.xml"/><Relationship Id="r360" Type="http://schemas.openxmlformats.org/officeDocument/2006/relationships/slide" Target="slides/slide361.xml"/><Relationship Id="r361" Type="http://schemas.openxmlformats.org/officeDocument/2006/relationships/slide" Target="slides/slide362.xml"/><Relationship Id="r362" Type="http://schemas.openxmlformats.org/officeDocument/2006/relationships/slide" Target="slides/slide363.xml"/><Relationship Id="r363" Type="http://schemas.openxmlformats.org/officeDocument/2006/relationships/slide" Target="slides/slide364.xml"/><Relationship Id="r364" Type="http://schemas.openxmlformats.org/officeDocument/2006/relationships/slide" Target="slides/slide365.xml"/><Relationship Id="r365" Type="http://schemas.openxmlformats.org/officeDocument/2006/relationships/slide" Target="slides/slide366.xml"/><Relationship Id="r366" Type="http://schemas.openxmlformats.org/officeDocument/2006/relationships/slide" Target="slides/slide367.xml"/><Relationship Id="r367" Type="http://schemas.openxmlformats.org/officeDocument/2006/relationships/slide" Target="slides/slide368.xml"/><Relationship Id="r368" Type="http://schemas.openxmlformats.org/officeDocument/2006/relationships/slide" Target="slides/slide369.xml"/><Relationship Id="r369" Type="http://schemas.openxmlformats.org/officeDocument/2006/relationships/slide" Target="slides/slide370.xml"/><Relationship Id="r370" Type="http://schemas.openxmlformats.org/officeDocument/2006/relationships/slide" Target="slides/slide371.xml"/><Relationship Id="r371" Type="http://schemas.openxmlformats.org/officeDocument/2006/relationships/slide" Target="slides/slide372.xml"/><Relationship Id="r372" Type="http://schemas.openxmlformats.org/officeDocument/2006/relationships/slide" Target="slides/slide373.xml"/><Relationship Id="r373" Type="http://schemas.openxmlformats.org/officeDocument/2006/relationships/slide" Target="slides/slide374.xml"/><Relationship Id="r374" Type="http://schemas.openxmlformats.org/officeDocument/2006/relationships/slide" Target="slides/slide375.xml"/><Relationship Id="r375" Type="http://schemas.openxmlformats.org/officeDocument/2006/relationships/slide" Target="slides/slide376.xml"/><Relationship Id="r376" Type="http://schemas.openxmlformats.org/officeDocument/2006/relationships/slide" Target="slides/slide377.xml"/><Relationship Id="r377" Type="http://schemas.openxmlformats.org/officeDocument/2006/relationships/slide" Target="slides/slide378.xml"/><Relationship Id="r378" Type="http://schemas.openxmlformats.org/officeDocument/2006/relationships/slide" Target="slides/slide379.xml"/><Relationship Id="r379" Type="http://schemas.openxmlformats.org/officeDocument/2006/relationships/slide" Target="slides/slide380.xml"/><Relationship Id="r380" Type="http://schemas.openxmlformats.org/officeDocument/2006/relationships/slide" Target="slides/slide381.xml"/><Relationship Id="r381" Type="http://schemas.openxmlformats.org/officeDocument/2006/relationships/slide" Target="slides/slide382.xml"/><Relationship Id="r382" Type="http://schemas.openxmlformats.org/officeDocument/2006/relationships/slide" Target="slides/slide383.xml"/><Relationship Id="r383" Type="http://schemas.openxmlformats.org/officeDocument/2006/relationships/slide" Target="slides/slide384.xml"/><Relationship Id="r384" Type="http://schemas.openxmlformats.org/officeDocument/2006/relationships/slide" Target="slides/slide385.xml"/><Relationship Id="r385" Type="http://schemas.openxmlformats.org/officeDocument/2006/relationships/slide" Target="slides/slide386.xml"/><Relationship Id="r386" Type="http://schemas.openxmlformats.org/officeDocument/2006/relationships/slide" Target="slides/slide387.xml"/><Relationship Id="r387" Type="http://schemas.openxmlformats.org/officeDocument/2006/relationships/slide" Target="slides/slide388.xml"/><Relationship Id="r388" Type="http://schemas.openxmlformats.org/officeDocument/2006/relationships/slide" Target="slides/slide389.xml"/><Relationship Id="r389" Type="http://schemas.openxmlformats.org/officeDocument/2006/relationships/slide" Target="slides/slide390.xml"/><Relationship Id="r390" Type="http://schemas.openxmlformats.org/officeDocument/2006/relationships/slide" Target="slides/slide391.xml"/><Relationship Id="r391" Type="http://schemas.openxmlformats.org/officeDocument/2006/relationships/slide" Target="slides/slide392.xml"/><Relationship Id="r392" Type="http://schemas.openxmlformats.org/officeDocument/2006/relationships/slide" Target="slides/slide393.xml"/><Relationship Id="r393" Type="http://schemas.openxmlformats.org/officeDocument/2006/relationships/slide" Target="slides/slide394.xml"/><Relationship Id="r394" Type="http://schemas.openxmlformats.org/officeDocument/2006/relationships/slide" Target="slides/slide395.xml"/><Relationship Id="r395" Type="http://schemas.openxmlformats.org/officeDocument/2006/relationships/slide" Target="slides/slide396.xml"/><Relationship Id="r396" Type="http://schemas.openxmlformats.org/officeDocument/2006/relationships/slide" Target="slides/slide397.xml"/><Relationship Id="r397" Type="http://schemas.openxmlformats.org/officeDocument/2006/relationships/slide" Target="slides/slide398.xml"/><Relationship Id="r398" Type="http://schemas.openxmlformats.org/officeDocument/2006/relationships/slide" Target="slides/slide399.xml"/><Relationship Id="r399" Type="http://schemas.openxmlformats.org/officeDocument/2006/relationships/slide" Target="slides/slide400.xml"/><Relationship Id="r400" Type="http://schemas.openxmlformats.org/officeDocument/2006/relationships/slide" Target="slides/slide401.xml"/><Relationship Id="r401" Type="http://schemas.openxmlformats.org/officeDocument/2006/relationships/slide" Target="slides/slide402.xml"/><Relationship Id="r402" Type="http://schemas.openxmlformats.org/officeDocument/2006/relationships/slide" Target="slides/slide403.xml"/><Relationship Id="r403" Type="http://schemas.openxmlformats.org/officeDocument/2006/relationships/slide" Target="slides/slide404.xml"/><Relationship Id="r404" Type="http://schemas.openxmlformats.org/officeDocument/2006/relationships/slide" Target="slides/slide405.xml"/><Relationship Id="r405" Type="http://schemas.openxmlformats.org/officeDocument/2006/relationships/slide" Target="slides/slide406.xml"/><Relationship Id="r406" Type="http://schemas.openxmlformats.org/officeDocument/2006/relationships/slide" Target="slides/slide407.xml"/><Relationship Id="r407" Type="http://schemas.openxmlformats.org/officeDocument/2006/relationships/slide" Target="slides/slide408.xml"/><Relationship Id="r408" Type="http://schemas.openxmlformats.org/officeDocument/2006/relationships/slide" Target="slides/slide409.xml"/><Relationship Id="r409" Type="http://schemas.openxmlformats.org/officeDocument/2006/relationships/slide" Target="slides/slide410.xml"/><Relationship Id="r410" Type="http://schemas.openxmlformats.org/officeDocument/2006/relationships/slide" Target="slides/slide411.xml"/><Relationship Id="r411" Type="http://schemas.openxmlformats.org/officeDocument/2006/relationships/slide" Target="slides/slide412.xml"/><Relationship Id="r412" Type="http://schemas.openxmlformats.org/officeDocument/2006/relationships/slide" Target="slides/slide413.xml"/><Relationship Id="r413" Type="http://schemas.openxmlformats.org/officeDocument/2006/relationships/slide" Target="slides/slide414.xml"/><Relationship Id="r414" Type="http://schemas.openxmlformats.org/officeDocument/2006/relationships/slide" Target="slides/slide415.xml"/><Relationship Id="r415" Type="http://schemas.openxmlformats.org/officeDocument/2006/relationships/slide" Target="slides/slide416.xml"/><Relationship Id="r416" Type="http://schemas.openxmlformats.org/officeDocument/2006/relationships/slide" Target="slides/slide417.xml"/><Relationship Id="r417" Type="http://schemas.openxmlformats.org/officeDocument/2006/relationships/slide" Target="slides/slide418.xml"/><Relationship Id="r418" Type="http://schemas.openxmlformats.org/officeDocument/2006/relationships/slide" Target="slides/slide419.xml"/><Relationship Id="r419" Type="http://schemas.openxmlformats.org/officeDocument/2006/relationships/slide" Target="slides/slide420.xml"/><Relationship Id="r420" Type="http://schemas.openxmlformats.org/officeDocument/2006/relationships/slide" Target="slides/slide421.xml"/><Relationship Id="r421" Type="http://schemas.openxmlformats.org/officeDocument/2006/relationships/slide" Target="slides/slide422.xml"/><Relationship Id="r422" Type="http://schemas.openxmlformats.org/officeDocument/2006/relationships/slide" Target="slides/slide423.xml"/><Relationship Id="r423" Type="http://schemas.openxmlformats.org/officeDocument/2006/relationships/slide" Target="slides/slide424.xml"/><Relationship Id="r424" Type="http://schemas.openxmlformats.org/officeDocument/2006/relationships/slide" Target="slides/slide425.xml"/><Relationship Id="r425" Type="http://schemas.openxmlformats.org/officeDocument/2006/relationships/slide" Target="slides/slide426.xml"/><Relationship Id="r426" Type="http://schemas.openxmlformats.org/officeDocument/2006/relationships/slide" Target="slides/slide427.xml"/><Relationship Id="r427" Type="http://schemas.openxmlformats.org/officeDocument/2006/relationships/slide" Target="slides/slide428.xml"/><Relationship Id="r428" Type="http://schemas.openxmlformats.org/officeDocument/2006/relationships/slide" Target="slides/slide429.xml"/><Relationship Id="r429" Type="http://schemas.openxmlformats.org/officeDocument/2006/relationships/slide" Target="slides/slide430.xml"/><Relationship Id="r430" Type="http://schemas.openxmlformats.org/officeDocument/2006/relationships/slide" Target="slides/slide431.xml"/><Relationship Id="r431" Type="http://schemas.openxmlformats.org/officeDocument/2006/relationships/slide" Target="slides/slide432.xml"/><Relationship Id="r432" Type="http://schemas.openxmlformats.org/officeDocument/2006/relationships/slide" Target="slides/slide433.xml"/><Relationship Id="r433" Type="http://schemas.openxmlformats.org/officeDocument/2006/relationships/slide" Target="slides/slide434.xml"/><Relationship Id="r434" Type="http://schemas.openxmlformats.org/officeDocument/2006/relationships/slide" Target="slides/slide435.xml"/><Relationship Id="r435" Type="http://schemas.openxmlformats.org/officeDocument/2006/relationships/slide" Target="slides/slide436.xml"/><Relationship Id="r436" Type="http://schemas.openxmlformats.org/officeDocument/2006/relationships/slide" Target="slides/slide437.xml"/><Relationship Id="r437" Type="http://schemas.openxmlformats.org/officeDocument/2006/relationships/slide" Target="slides/slide438.xml"/><Relationship Id="r438" Type="http://schemas.openxmlformats.org/officeDocument/2006/relationships/slide" Target="slides/slide439.xml"/><Relationship Id="r439" Type="http://schemas.openxmlformats.org/officeDocument/2006/relationships/slide" Target="slides/slide440.xml"/><Relationship Id="r440" Type="http://schemas.openxmlformats.org/officeDocument/2006/relationships/slide" Target="slides/slide441.xml"/><Relationship Id="r441" Type="http://schemas.openxmlformats.org/officeDocument/2006/relationships/slide" Target="slides/slide442.xml"/><Relationship Id="r442" Type="http://schemas.openxmlformats.org/officeDocument/2006/relationships/slide" Target="slides/slide443.xml"/><Relationship Id="r443" Type="http://schemas.openxmlformats.org/officeDocument/2006/relationships/slide" Target="slides/slide444.xml"/><Relationship Id="r444" Type="http://schemas.openxmlformats.org/officeDocument/2006/relationships/slide" Target="slides/slide445.xml"/><Relationship Id="r445" Type="http://schemas.openxmlformats.org/officeDocument/2006/relationships/slide" Target="slides/slide446.xml"/><Relationship Id="r446" Type="http://schemas.openxmlformats.org/officeDocument/2006/relationships/slide" Target="slides/slide447.xml"/><Relationship Id="r447" Type="http://schemas.openxmlformats.org/officeDocument/2006/relationships/slide" Target="slides/slide448.xml"/><Relationship Id="r448" Type="http://schemas.openxmlformats.org/officeDocument/2006/relationships/slide" Target="slides/slide449.xml"/><Relationship Id="r449" Type="http://schemas.openxmlformats.org/officeDocument/2006/relationships/slide" Target="slides/slide450.xml"/><Relationship Id="r450" Type="http://schemas.openxmlformats.org/officeDocument/2006/relationships/slide" Target="slides/slide451.xml"/><Relationship Id="r451" Type="http://schemas.openxmlformats.org/officeDocument/2006/relationships/slide" Target="slides/slide452.xml"/><Relationship Id="r452" Type="http://schemas.openxmlformats.org/officeDocument/2006/relationships/slide" Target="slides/slide453.xml"/><Relationship Id="r453" Type="http://schemas.openxmlformats.org/officeDocument/2006/relationships/slide" Target="slides/slide454.xml"/><Relationship Id="r454" Type="http://schemas.openxmlformats.org/officeDocument/2006/relationships/slide" Target="slides/slide455.xml"/><Relationship Id="r455" Type="http://schemas.openxmlformats.org/officeDocument/2006/relationships/slide" Target="slides/slide456.xml"/><Relationship Id="r456" Type="http://schemas.openxmlformats.org/officeDocument/2006/relationships/slide" Target="slides/slide457.xml"/><Relationship Id="r457" Type="http://schemas.openxmlformats.org/officeDocument/2006/relationships/slide" Target="slides/slide458.xml"/><Relationship Id="r458" Type="http://schemas.openxmlformats.org/officeDocument/2006/relationships/slide" Target="slides/slide459.xml"/><Relationship Id="r459" Type="http://schemas.openxmlformats.org/officeDocument/2006/relationships/slide" Target="slides/slide460.xml"/><Relationship Id="r460" Type="http://schemas.openxmlformats.org/officeDocument/2006/relationships/slide" Target="slides/slide461.xml"/><Relationship Id="r461" Type="http://schemas.openxmlformats.org/officeDocument/2006/relationships/slide" Target="slides/slide462.xml"/><Relationship Id="r462" Type="http://schemas.openxmlformats.org/officeDocument/2006/relationships/slide" Target="slides/slide463.xml"/><Relationship Id="r463" Type="http://schemas.openxmlformats.org/officeDocument/2006/relationships/slide" Target="slides/slide464.xml"/><Relationship Id="r464" Type="http://schemas.openxmlformats.org/officeDocument/2006/relationships/slide" Target="slides/slide465.xml"/><Relationship Id="r465" Type="http://schemas.openxmlformats.org/officeDocument/2006/relationships/slide" Target="slides/slide466.xml"/><Relationship Id="r466" Type="http://schemas.openxmlformats.org/officeDocument/2006/relationships/slide" Target="slides/slide467.xml"/><Relationship Id="r467" Type="http://schemas.openxmlformats.org/officeDocument/2006/relationships/slide" Target="slides/slide468.xml"/><Relationship Id="r468" Type="http://schemas.openxmlformats.org/officeDocument/2006/relationships/slide" Target="slides/slide469.xml"/><Relationship Id="r469" Type="http://schemas.openxmlformats.org/officeDocument/2006/relationships/slide" Target="slides/slide470.xml"/><Relationship Id="r470" Type="http://schemas.openxmlformats.org/officeDocument/2006/relationships/slide" Target="slides/slide471.xml"/><Relationship Id="r471" Type="http://schemas.openxmlformats.org/officeDocument/2006/relationships/slide" Target="slides/slide472.xml"/><Relationship Id="r472" Type="http://schemas.openxmlformats.org/officeDocument/2006/relationships/slide" Target="slides/slide473.xml"/><Relationship Id="r473" Type="http://schemas.openxmlformats.org/officeDocument/2006/relationships/slide" Target="slides/slide474.xml"/><Relationship Id="r474" Type="http://schemas.openxmlformats.org/officeDocument/2006/relationships/slide" Target="slides/slide475.xml"/><Relationship Id="r475" Type="http://schemas.openxmlformats.org/officeDocument/2006/relationships/slide" Target="slides/slide476.xml"/><Relationship Id="r476" Type="http://schemas.openxmlformats.org/officeDocument/2006/relationships/slide" Target="slides/slide477.xml"/><Relationship Id="r477" Type="http://schemas.openxmlformats.org/officeDocument/2006/relationships/slide" Target="slides/slide478.xml"/><Relationship Id="r478" Type="http://schemas.openxmlformats.org/officeDocument/2006/relationships/slide" Target="slides/slide479.xml"/><Relationship Id="r479" Type="http://schemas.openxmlformats.org/officeDocument/2006/relationships/slide" Target="slides/slide480.xml"/><Relationship Id="r480" Type="http://schemas.openxmlformats.org/officeDocument/2006/relationships/slide" Target="slides/slide481.xml"/><Relationship Id="r481" Type="http://schemas.openxmlformats.org/officeDocument/2006/relationships/slide" Target="slides/slide482.xml"/><Relationship Id="r482" Type="http://schemas.openxmlformats.org/officeDocument/2006/relationships/slide" Target="slides/slide483.xml"/><Relationship Id="r483" Type="http://schemas.openxmlformats.org/officeDocument/2006/relationships/slide" Target="slides/slide484.xml"/><Relationship Id="r484" Type="http://schemas.openxmlformats.org/officeDocument/2006/relationships/slide" Target="slides/slide485.xml"/><Relationship Id="r485" Type="http://schemas.openxmlformats.org/officeDocument/2006/relationships/slide" Target="slides/slide486.xml"/><Relationship Id="r486" Type="http://schemas.openxmlformats.org/officeDocument/2006/relationships/slide" Target="slides/slide487.xml"/><Relationship Id="r487" Type="http://schemas.openxmlformats.org/officeDocument/2006/relationships/slide" Target="slides/slide488.xml"/><Relationship Id="r488" Type="http://schemas.openxmlformats.org/officeDocument/2006/relationships/slide" Target="slides/slide489.xml"/><Relationship Id="r489" Type="http://schemas.openxmlformats.org/officeDocument/2006/relationships/slide" Target="slides/slide490.xml"/><Relationship Id="r490" Type="http://schemas.openxmlformats.org/officeDocument/2006/relationships/slide" Target="slides/slide491.xml"/><Relationship Id="r491" Type="http://schemas.openxmlformats.org/officeDocument/2006/relationships/slide" Target="slides/slide492.xml"/><Relationship Id="r492" Type="http://schemas.openxmlformats.org/officeDocument/2006/relationships/slide" Target="slides/slide493.xml"/><Relationship Id="r493" Type="http://schemas.openxmlformats.org/officeDocument/2006/relationships/slide" Target="slides/slide494.xml"/><Relationship Id="r494" Type="http://schemas.openxmlformats.org/officeDocument/2006/relationships/slide" Target="slides/slide495.xml"/><Relationship Id="r495" Type="http://schemas.openxmlformats.org/officeDocument/2006/relationships/slide" Target="slides/slide496.xml"/><Relationship Id="r496" Type="http://schemas.openxmlformats.org/officeDocument/2006/relationships/slide" Target="slides/slide497.xml"/><Relationship Id="r497" Type="http://schemas.openxmlformats.org/officeDocument/2006/relationships/slide" Target="slides/slide498.xml"/><Relationship Id="r498" Type="http://schemas.openxmlformats.org/officeDocument/2006/relationships/slide" Target="slides/slide499.xml"/><Relationship Id="r499" Type="http://schemas.openxmlformats.org/officeDocument/2006/relationships/slide" Target="slides/slide500.xml"/><Relationship Id="r500" Type="http://schemas.openxmlformats.org/officeDocument/2006/relationships/slide" Target="slides/slide501.xml"/><Relationship Id="r501" Type="http://schemas.openxmlformats.org/officeDocument/2006/relationships/slide" Target="slides/slide502.xml"/><Relationship Id="r502" Type="http://schemas.openxmlformats.org/officeDocument/2006/relationships/slide" Target="slides/slide503.xml"/><Relationship Id="r503" Type="http://schemas.openxmlformats.org/officeDocument/2006/relationships/slide" Target="slides/slide504.xml"/><Relationship Id="r504" Type="http://schemas.openxmlformats.org/officeDocument/2006/relationships/slide" Target="slides/slide505.xml"/><Relationship Id="r505" Type="http://schemas.openxmlformats.org/officeDocument/2006/relationships/slide" Target="slides/slide506.xml"/><Relationship Id="r506" Type="http://schemas.openxmlformats.org/officeDocument/2006/relationships/slide" Target="slides/slide507.xml"/><Relationship Id="r507" Type="http://schemas.openxmlformats.org/officeDocument/2006/relationships/slide" Target="slides/slide508.xml"/><Relationship Id="r508" Type="http://schemas.openxmlformats.org/officeDocument/2006/relationships/slide" Target="slides/slide509.xml"/><Relationship Id="r509" Type="http://schemas.openxmlformats.org/officeDocument/2006/relationships/slide" Target="slides/slide510.xml"/><Relationship Id="r510" Type="http://schemas.openxmlformats.org/officeDocument/2006/relationships/slide" Target="slides/slide511.xml"/><Relationship Id="r511" Type="http://schemas.openxmlformats.org/officeDocument/2006/relationships/slide" Target="slides/slide512.xml"/><Relationship Id="r512" Type="http://schemas.openxmlformats.org/officeDocument/2006/relationships/slide" Target="slides/slide513.xml"/><Relationship Id="r513" Type="http://schemas.openxmlformats.org/officeDocument/2006/relationships/slide" Target="slides/slide514.xml"/><Relationship Id="r514" Type="http://schemas.openxmlformats.org/officeDocument/2006/relationships/slide" Target="slides/slide515.xml"/><Relationship Id="r515" Type="http://schemas.openxmlformats.org/officeDocument/2006/relationships/slide" Target="slides/slide516.xml"/><Relationship Id="r516" Type="http://schemas.openxmlformats.org/officeDocument/2006/relationships/slide" Target="slides/slide517.xml"/><Relationship Id="r517" Type="http://schemas.openxmlformats.org/officeDocument/2006/relationships/slide" Target="slides/slide518.xml"/><Relationship Id="r518" Type="http://schemas.openxmlformats.org/officeDocument/2006/relationships/slide" Target="slides/slide519.xml"/><Relationship Id="r519" Type="http://schemas.openxmlformats.org/officeDocument/2006/relationships/slide" Target="slides/slide520.xml"/><Relationship Id="r520" Type="http://schemas.openxmlformats.org/officeDocument/2006/relationships/slide" Target="slides/slide521.xml"/><Relationship Id="r521" Type="http://schemas.openxmlformats.org/officeDocument/2006/relationships/slide" Target="slides/slide522.xml"/><Relationship Id="r522" Type="http://schemas.openxmlformats.org/officeDocument/2006/relationships/slide" Target="slides/slide523.xml"/><Relationship Id="r523" Type="http://schemas.openxmlformats.org/officeDocument/2006/relationships/slide" Target="slides/slide524.xml"/><Relationship Id="r524" Type="http://schemas.openxmlformats.org/officeDocument/2006/relationships/slide" Target="slides/slide525.xml"/><Relationship Id="r525" Type="http://schemas.openxmlformats.org/officeDocument/2006/relationships/slide" Target="slides/slide526.xml"/><Relationship Id="r526" Type="http://schemas.openxmlformats.org/officeDocument/2006/relationships/slide" Target="slides/slide527.xml"/><Relationship Id="r527" Type="http://schemas.openxmlformats.org/officeDocument/2006/relationships/slide" Target="slides/slide528.xml"/><Relationship Id="r528" Type="http://schemas.openxmlformats.org/officeDocument/2006/relationships/slide" Target="slides/slide529.xml"/><Relationship Id="r529" Type="http://schemas.openxmlformats.org/officeDocument/2006/relationships/slide" Target="slides/slide530.xml"/><Relationship Id="r530" Type="http://schemas.openxmlformats.org/officeDocument/2006/relationships/slide" Target="slides/slide531.xml"/><Relationship Id="r531" Type="http://schemas.openxmlformats.org/officeDocument/2006/relationships/slide" Target="slides/slide532.xml"/><Relationship Id="r532" Type="http://schemas.openxmlformats.org/officeDocument/2006/relationships/slide" Target="slides/slide533.xml"/><Relationship Id="r533" Type="http://schemas.openxmlformats.org/officeDocument/2006/relationships/slide" Target="slides/slide534.xml"/><Relationship Id="r534" Type="http://schemas.openxmlformats.org/officeDocument/2006/relationships/slide" Target="slides/slide535.xml"/><Relationship Id="r535" Type="http://schemas.openxmlformats.org/officeDocument/2006/relationships/slide" Target="slides/slide536.xml"/><Relationship Id="r536" Type="http://schemas.openxmlformats.org/officeDocument/2006/relationships/slide" Target="slides/slide537.xml"/><Relationship Id="r537" Type="http://schemas.openxmlformats.org/officeDocument/2006/relationships/slide" Target="slides/slide538.xml"/><Relationship Id="r538" Type="http://schemas.openxmlformats.org/officeDocument/2006/relationships/slide" Target="slides/slide539.xml"/><Relationship Id="r539" Type="http://schemas.openxmlformats.org/officeDocument/2006/relationships/slide" Target="slides/slide540.xml"/><Relationship Id="r540" Type="http://schemas.openxmlformats.org/officeDocument/2006/relationships/slide" Target="slides/slide541.xml"/><Relationship Id="r541" Type="http://schemas.openxmlformats.org/officeDocument/2006/relationships/slide" Target="slides/slide542.xml"/><Relationship Id="r542" Type="http://schemas.openxmlformats.org/officeDocument/2006/relationships/slide" Target="slides/slide543.xml"/><Relationship Id="r543" Type="http://schemas.openxmlformats.org/officeDocument/2006/relationships/slide" Target="slides/slide544.xml"/><Relationship Id="r544" Type="http://schemas.openxmlformats.org/officeDocument/2006/relationships/slide" Target="slides/slide545.xml"/><Relationship Id="r545" Type="http://schemas.openxmlformats.org/officeDocument/2006/relationships/slide" Target="slides/slide546.xml"/><Relationship Id="r546" Type="http://schemas.openxmlformats.org/officeDocument/2006/relationships/slide" Target="slides/slide547.xml"/><Relationship Id="r547" Type="http://schemas.openxmlformats.org/officeDocument/2006/relationships/slide" Target="slides/slide548.xml"/><Relationship Id="r548" Type="http://schemas.openxmlformats.org/officeDocument/2006/relationships/slide" Target="slides/slide549.xml"/><Relationship Id="r549" Type="http://schemas.openxmlformats.org/officeDocument/2006/relationships/slide" Target="slides/slide550.xml"/><Relationship Id="r550" Type="http://schemas.openxmlformats.org/officeDocument/2006/relationships/slide" Target="slides/slide551.xml"/><Relationship Id="r551" Type="http://schemas.openxmlformats.org/officeDocument/2006/relationships/slide" Target="slides/slide552.xml"/><Relationship Id="r552" Type="http://schemas.openxmlformats.org/officeDocument/2006/relationships/slide" Target="slides/slide553.xml"/><Relationship Id="r553" Type="http://schemas.openxmlformats.org/officeDocument/2006/relationships/slide" Target="slides/slide554.xml"/><Relationship Id="r554" Type="http://schemas.openxmlformats.org/officeDocument/2006/relationships/slide" Target="slides/slide555.xml"/><Relationship Id="r555" Type="http://schemas.openxmlformats.org/officeDocument/2006/relationships/slide" Target="slides/slide556.xml"/><Relationship Id="r556" Type="http://schemas.openxmlformats.org/officeDocument/2006/relationships/slide" Target="slides/slide557.xml"/><Relationship Id="r557" Type="http://schemas.openxmlformats.org/officeDocument/2006/relationships/slide" Target="slides/slide558.xml"/><Relationship Id="r558" Type="http://schemas.openxmlformats.org/officeDocument/2006/relationships/slide" Target="slides/slide559.xml"/><Relationship Id="r559" Type="http://schemas.openxmlformats.org/officeDocument/2006/relationships/slide" Target="slides/slide560.xml"/><Relationship Id="r560" Type="http://schemas.openxmlformats.org/officeDocument/2006/relationships/slide" Target="slides/slide561.xml"/><Relationship Id="r561" Type="http://schemas.openxmlformats.org/officeDocument/2006/relationships/slide" Target="slides/slide562.xml"/><Relationship Id="r562" Type="http://schemas.openxmlformats.org/officeDocument/2006/relationships/slide" Target="slides/slide563.xml"/><Relationship Id="r563" Type="http://schemas.openxmlformats.org/officeDocument/2006/relationships/slide" Target="slides/slide564.xml"/><Relationship Id="r564" Type="http://schemas.openxmlformats.org/officeDocument/2006/relationships/slide" Target="slides/slide565.xml"/><Relationship Id="r565" Type="http://schemas.openxmlformats.org/officeDocument/2006/relationships/slide" Target="slides/slide566.xml"/><Relationship Id="r566" Type="http://schemas.openxmlformats.org/officeDocument/2006/relationships/slide" Target="slides/slide567.xml"/><Relationship Id="r567" Type="http://schemas.openxmlformats.org/officeDocument/2006/relationships/slide" Target="slides/slide568.xml"/><Relationship Id="r568" Type="http://schemas.openxmlformats.org/officeDocument/2006/relationships/slide" Target="slides/slide569.xml"/><Relationship Id="r569" Type="http://schemas.openxmlformats.org/officeDocument/2006/relationships/slide" Target="slides/slide570.xml"/><Relationship Id="r570" Type="http://schemas.openxmlformats.org/officeDocument/2006/relationships/slide" Target="slides/slide571.xml"/><Relationship Id="r571" Type="http://schemas.openxmlformats.org/officeDocument/2006/relationships/slide" Target="slides/slide572.xml"/><Relationship Id="r572" Type="http://schemas.openxmlformats.org/officeDocument/2006/relationships/slide" Target="slides/slide573.xml"/><Relationship Id="r573" Type="http://schemas.openxmlformats.org/officeDocument/2006/relationships/slide" Target="slides/slide574.xml"/><Relationship Id="r574" Type="http://schemas.openxmlformats.org/officeDocument/2006/relationships/slide" Target="slides/slide575.xml"/><Relationship Id="r575" Type="http://schemas.openxmlformats.org/officeDocument/2006/relationships/slide" Target="slides/slide576.xml"/><Relationship Id="r576" Type="http://schemas.openxmlformats.org/officeDocument/2006/relationships/slide" Target="slides/slide577.xml"/><Relationship Id="r577" Type="http://schemas.openxmlformats.org/officeDocument/2006/relationships/slide" Target="slides/slide578.xml"/><Relationship Id="r578" Type="http://schemas.openxmlformats.org/officeDocument/2006/relationships/slide" Target="slides/slide579.xml"/><Relationship Id="r579" Type="http://schemas.openxmlformats.org/officeDocument/2006/relationships/slide" Target="slides/slide580.xml"/><Relationship Id="r580" Type="http://schemas.openxmlformats.org/officeDocument/2006/relationships/slide" Target="slides/slide581.xml"/><Relationship Id="r581" Type="http://schemas.openxmlformats.org/officeDocument/2006/relationships/slide" Target="slides/slide582.xml"/><Relationship Id="r582" Type="http://schemas.openxmlformats.org/officeDocument/2006/relationships/slide" Target="slides/slide583.xml"/><Relationship Id="r583" Type="http://schemas.openxmlformats.org/officeDocument/2006/relationships/slide" Target="slides/slide584.xml"/><Relationship Id="r584" Type="http://schemas.openxmlformats.org/officeDocument/2006/relationships/slide" Target="slides/slide585.xml"/><Relationship Id="r585" Type="http://schemas.openxmlformats.org/officeDocument/2006/relationships/slide" Target="slides/slide586.xml"/><Relationship Id="r586" Type="http://schemas.openxmlformats.org/officeDocument/2006/relationships/slide" Target="slides/slide587.xml"/><Relationship Id="r587" Type="http://schemas.openxmlformats.org/officeDocument/2006/relationships/slide" Target="slides/slide588.xml"/><Relationship Id="r588" Type="http://schemas.openxmlformats.org/officeDocument/2006/relationships/slide" Target="slides/slide589.xml"/><Relationship Id="r589" Type="http://schemas.openxmlformats.org/officeDocument/2006/relationships/slide" Target="slides/slide590.xml"/><Relationship Id="r590" Type="http://schemas.openxmlformats.org/officeDocument/2006/relationships/slide" Target="slides/slide591.xml"/><Relationship Id="r591" Type="http://schemas.openxmlformats.org/officeDocument/2006/relationships/slide" Target="slides/slide592.xml"/><Relationship Id="r592" Type="http://schemas.openxmlformats.org/officeDocument/2006/relationships/slide" Target="slides/slide593.xml"/><Relationship Id="r593" Type="http://schemas.openxmlformats.org/officeDocument/2006/relationships/slide" Target="slides/slide594.xml"/><Relationship Id="r594" Type="http://schemas.openxmlformats.org/officeDocument/2006/relationships/slide" Target="slides/slide595.xml"/><Relationship Id="r595" Type="http://schemas.openxmlformats.org/officeDocument/2006/relationships/slide" Target="slides/slide596.xml"/><Relationship Id="r596" Type="http://schemas.openxmlformats.org/officeDocument/2006/relationships/slide" Target="slides/slide597.xml"/><Relationship Id="r597" Type="http://schemas.openxmlformats.org/officeDocument/2006/relationships/slide" Target="slides/slide598.xml"/><Relationship Id="r598" Type="http://schemas.openxmlformats.org/officeDocument/2006/relationships/slide" Target="slides/slide599.xml"/><Relationship Id="r599" Type="http://schemas.openxmlformats.org/officeDocument/2006/relationships/slide" Target="slides/slide600.xml"/><Relationship Id="r600" Type="http://schemas.openxmlformats.org/officeDocument/2006/relationships/slide" Target="slides/slide601.xml"/><Relationship Id="r601" Type="http://schemas.openxmlformats.org/officeDocument/2006/relationships/slide" Target="slides/slide602.xml"/><Relationship Id="r602" Type="http://schemas.openxmlformats.org/officeDocument/2006/relationships/slide" Target="slides/slide603.xml"/><Relationship Id="r603" Type="http://schemas.openxmlformats.org/officeDocument/2006/relationships/slide" Target="slides/slide604.xml"/><Relationship Id="r604" Type="http://schemas.openxmlformats.org/officeDocument/2006/relationships/slide" Target="slides/slide605.xml"/><Relationship Id="r605" Type="http://schemas.openxmlformats.org/officeDocument/2006/relationships/slide" Target="slides/slide606.xml"/><Relationship Id="r606" Type="http://schemas.openxmlformats.org/officeDocument/2006/relationships/slide" Target="slides/slide607.xml"/><Relationship Id="r607" Type="http://schemas.openxmlformats.org/officeDocument/2006/relationships/slide" Target="slides/slide608.xml"/><Relationship Id="r608" Type="http://schemas.openxmlformats.org/officeDocument/2006/relationships/slide" Target="slides/slide609.xml"/><Relationship Id="r609" Type="http://schemas.openxmlformats.org/officeDocument/2006/relationships/slide" Target="slides/slide610.xml"/><Relationship Id="r610" Type="http://schemas.openxmlformats.org/officeDocument/2006/relationships/slide" Target="slides/slide611.xml"/><Relationship Id="r611" Type="http://schemas.openxmlformats.org/officeDocument/2006/relationships/slide" Target="slides/slide612.xml"/><Relationship Id="r612" Type="http://schemas.openxmlformats.org/officeDocument/2006/relationships/slide" Target="slides/slide613.xml"/><Relationship Id="r613" Type="http://schemas.openxmlformats.org/officeDocument/2006/relationships/slide" Target="slides/slide614.xml"/><Relationship Id="r614" Type="http://schemas.openxmlformats.org/officeDocument/2006/relationships/slide" Target="slides/slide615.xml"/><Relationship Id="r615" Type="http://schemas.openxmlformats.org/officeDocument/2006/relationships/slide" Target="slides/slide616.xml"/><Relationship Id="r616" Type="http://schemas.openxmlformats.org/officeDocument/2006/relationships/slide" Target="slides/slide617.xml"/><Relationship Id="r617" Type="http://schemas.openxmlformats.org/officeDocument/2006/relationships/slide" Target="slides/slide618.xml"/><Relationship Id="r618" Type="http://schemas.openxmlformats.org/officeDocument/2006/relationships/slide" Target="slides/slide619.xml"/><Relationship Id="r619" Type="http://schemas.openxmlformats.org/officeDocument/2006/relationships/slide" Target="slides/slide620.xml"/><Relationship Id="r620" Type="http://schemas.openxmlformats.org/officeDocument/2006/relationships/slide" Target="slides/slide621.xml"/><Relationship Id="r621" Type="http://schemas.openxmlformats.org/officeDocument/2006/relationships/slide" Target="slides/slide622.xml"/><Relationship Id="r622" Type="http://schemas.openxmlformats.org/officeDocument/2006/relationships/slide" Target="slides/slide623.xml"/><Relationship Id="r623" Type="http://schemas.openxmlformats.org/officeDocument/2006/relationships/slide" Target="slides/slide624.xml"/><Relationship Id="r624" Type="http://schemas.openxmlformats.org/officeDocument/2006/relationships/slide" Target="slides/slide625.xml"/><Relationship Id="r625" Type="http://schemas.openxmlformats.org/officeDocument/2006/relationships/slide" Target="slides/slide626.xml"/><Relationship Id="r626" Type="http://schemas.openxmlformats.org/officeDocument/2006/relationships/slide" Target="slides/slide627.xml"/><Relationship Id="r627" Type="http://schemas.openxmlformats.org/officeDocument/2006/relationships/slide" Target="slides/slide628.xml"/><Relationship Id="r628" Type="http://schemas.openxmlformats.org/officeDocument/2006/relationships/slide" Target="slides/slide629.xml"/><Relationship Id="r629" Type="http://schemas.openxmlformats.org/officeDocument/2006/relationships/slide" Target="slides/slide630.xml"/><Relationship Id="r630" Type="http://schemas.openxmlformats.org/officeDocument/2006/relationships/slide" Target="slides/slide631.xml"/><Relationship Id="r631" Type="http://schemas.openxmlformats.org/officeDocument/2006/relationships/slide" Target="slides/slide632.xml"/><Relationship Id="r632" Type="http://schemas.openxmlformats.org/officeDocument/2006/relationships/slide" Target="slides/slide633.xml"/><Relationship Id="r633" Type="http://schemas.openxmlformats.org/officeDocument/2006/relationships/slide" Target="slides/slide634.xml"/><Relationship Id="r634" Type="http://schemas.openxmlformats.org/officeDocument/2006/relationships/slide" Target="slides/slide635.xml"/><Relationship Id="r635" Type="http://schemas.openxmlformats.org/officeDocument/2006/relationships/slide" Target="slides/slide636.xml"/><Relationship Id="r636" Type="http://schemas.openxmlformats.org/officeDocument/2006/relationships/slide" Target="slides/slide637.xml"/><Relationship Id="r637" Type="http://schemas.openxmlformats.org/officeDocument/2006/relationships/slide" Target="slides/slide638.xml"/><Relationship Id="r638" Type="http://schemas.openxmlformats.org/officeDocument/2006/relationships/slide" Target="slides/slide639.xml"/><Relationship Id="r639" Type="http://schemas.openxmlformats.org/officeDocument/2006/relationships/slide" Target="slides/slide640.xml"/><Relationship Id="r640" Type="http://schemas.openxmlformats.org/officeDocument/2006/relationships/slide" Target="slides/slide641.xml"/><Relationship Id="r641" Type="http://schemas.openxmlformats.org/officeDocument/2006/relationships/slide" Target="slides/slide642.xml"/><Relationship Id="r642" Type="http://schemas.openxmlformats.org/officeDocument/2006/relationships/slide" Target="slides/slide643.xml"/><Relationship Id="r643" Type="http://schemas.openxmlformats.org/officeDocument/2006/relationships/slide" Target="slides/slide644.xml"/><Relationship Id="r644" Type="http://schemas.openxmlformats.org/officeDocument/2006/relationships/slide" Target="slides/slide645.xml"/><Relationship Id="r645" Type="http://schemas.openxmlformats.org/officeDocument/2006/relationships/slide" Target="slides/slide646.xml"/><Relationship Id="r646" Type="http://schemas.openxmlformats.org/officeDocument/2006/relationships/slide" Target="slides/slide647.xml"/><Relationship Id="r647" Type="http://schemas.openxmlformats.org/officeDocument/2006/relationships/slide" Target="slides/slide648.xml"/><Relationship Id="r648" Type="http://schemas.openxmlformats.org/officeDocument/2006/relationships/slide" Target="slides/slide649.xml"/><Relationship Id="r649" Type="http://schemas.openxmlformats.org/officeDocument/2006/relationships/slide" Target="slides/slide650.xml"/><Relationship Id="r650" Type="http://schemas.openxmlformats.org/officeDocument/2006/relationships/slide" Target="slides/slide651.xml"/><Relationship Id="r651" Type="http://schemas.openxmlformats.org/officeDocument/2006/relationships/slide" Target="slides/slide652.xml"/><Relationship Id="r652" Type="http://schemas.openxmlformats.org/officeDocument/2006/relationships/slide" Target="slides/slide653.xml"/><Relationship Id="r653" Type="http://schemas.openxmlformats.org/officeDocument/2006/relationships/slide" Target="slides/slide654.xml"/><Relationship Id="r654" Type="http://schemas.openxmlformats.org/officeDocument/2006/relationships/slide" Target="slides/slide655.xml"/><Relationship Id="r655" Type="http://schemas.openxmlformats.org/officeDocument/2006/relationships/slide" Target="slides/slide656.xml"/><Relationship Id="r656" Type="http://schemas.openxmlformats.org/officeDocument/2006/relationships/slide" Target="slides/slide657.xml"/><Relationship Id="r657" Type="http://schemas.openxmlformats.org/officeDocument/2006/relationships/slide" Target="slides/slide658.xml"/><Relationship Id="r658" Type="http://schemas.openxmlformats.org/officeDocument/2006/relationships/slide" Target="slides/slide659.xml"/><Relationship Id="r659" Type="http://schemas.openxmlformats.org/officeDocument/2006/relationships/slide" Target="slides/slide660.xml"/><Relationship Id="r660" Type="http://schemas.openxmlformats.org/officeDocument/2006/relationships/slide" Target="slides/slide661.xml"/><Relationship Id="r661" Type="http://schemas.openxmlformats.org/officeDocument/2006/relationships/slide" Target="slides/slide662.xml"/><Relationship Id="r662" Type="http://schemas.openxmlformats.org/officeDocument/2006/relationships/slide" Target="slides/slide663.xml"/><Relationship Id="r663" Type="http://schemas.openxmlformats.org/officeDocument/2006/relationships/slide" Target="slides/slide664.xml"/><Relationship Id="r664" Type="http://schemas.openxmlformats.org/officeDocument/2006/relationships/slide" Target="slides/slide665.xml"/><Relationship Id="r665" Type="http://schemas.openxmlformats.org/officeDocument/2006/relationships/slide" Target="slides/slide666.xml"/><Relationship Id="r666" Type="http://schemas.openxmlformats.org/officeDocument/2006/relationships/slide" Target="slides/slide667.xml"/><Relationship Id="r667" Type="http://schemas.openxmlformats.org/officeDocument/2006/relationships/slide" Target="slides/slide668.xml"/><Relationship Id="r668" Type="http://schemas.openxmlformats.org/officeDocument/2006/relationships/slide" Target="slides/slide669.xml"/><Relationship Id="r669" Type="http://schemas.openxmlformats.org/officeDocument/2006/relationships/slide" Target="slides/slide670.xml"/><Relationship Id="r670" Type="http://schemas.openxmlformats.org/officeDocument/2006/relationships/slide" Target="slides/slide671.xml"/><Relationship Id="r671" Type="http://schemas.openxmlformats.org/officeDocument/2006/relationships/slide" Target="slides/slide672.xml"/><Relationship Id="r672" Type="http://schemas.openxmlformats.org/officeDocument/2006/relationships/slide" Target="slides/slide673.xml"/><Relationship Id="r673" Type="http://schemas.openxmlformats.org/officeDocument/2006/relationships/slide" Target="slides/slide674.xml"/><Relationship Id="r674" Type="http://schemas.openxmlformats.org/officeDocument/2006/relationships/slide" Target="slides/slide675.xml"/><Relationship Id="r675" Type="http://schemas.openxmlformats.org/officeDocument/2006/relationships/slide" Target="slides/slide676.xml"/><Relationship Id="r676" Type="http://schemas.openxmlformats.org/officeDocument/2006/relationships/slide" Target="slides/slide677.xml"/><Relationship Id="r677" Type="http://schemas.openxmlformats.org/officeDocument/2006/relationships/slide" Target="slides/slide678.xml"/><Relationship Id="r678" Type="http://schemas.openxmlformats.org/officeDocument/2006/relationships/slide" Target="slides/slide679.xml"/><Relationship Id="r679" Type="http://schemas.openxmlformats.org/officeDocument/2006/relationships/slide" Target="slides/slide680.xml"/><Relationship Id="r680" Type="http://schemas.openxmlformats.org/officeDocument/2006/relationships/slide" Target="slides/slide681.xml"/><Relationship Id="r681" Type="http://schemas.openxmlformats.org/officeDocument/2006/relationships/slide" Target="slides/slide682.xml"/><Relationship Id="r682" Type="http://schemas.openxmlformats.org/officeDocument/2006/relationships/slide" Target="slides/slide683.xml"/><Relationship Id="r683" Type="http://schemas.openxmlformats.org/officeDocument/2006/relationships/slide" Target="slides/slide684.xml"/><Relationship Id="r684" Type="http://schemas.openxmlformats.org/officeDocument/2006/relationships/slide" Target="slides/slide685.xml"/><Relationship Id="r685" Type="http://schemas.openxmlformats.org/officeDocument/2006/relationships/slide" Target="slides/slide686.xml"/><Relationship Id="r686" Type="http://schemas.openxmlformats.org/officeDocument/2006/relationships/slide" Target="slides/slide687.xml"/><Relationship Id="r687" Type="http://schemas.openxmlformats.org/officeDocument/2006/relationships/slide" Target="slides/slide688.xml"/><Relationship Id="r688" Type="http://schemas.openxmlformats.org/officeDocument/2006/relationships/slide" Target="slides/slide689.xml"/><Relationship Id="r689" Type="http://schemas.openxmlformats.org/officeDocument/2006/relationships/slide" Target="slides/slide690.xml"/><Relationship Id="r690" Type="http://schemas.openxmlformats.org/officeDocument/2006/relationships/slide" Target="slides/slide691.xml"/><Relationship Id="r691" Type="http://schemas.openxmlformats.org/officeDocument/2006/relationships/slide" Target="slides/slide692.xml"/><Relationship Id="r692" Type="http://schemas.openxmlformats.org/officeDocument/2006/relationships/slide" Target="slides/slide693.xml"/><Relationship Id="r693" Type="http://schemas.openxmlformats.org/officeDocument/2006/relationships/slide" Target="slides/slide694.xml"/><Relationship Id="r694" Type="http://schemas.openxmlformats.org/officeDocument/2006/relationships/slide" Target="slides/slide695.xml"/><Relationship Id="r695" Type="http://schemas.openxmlformats.org/officeDocument/2006/relationships/slide" Target="slides/slide696.xml"/><Relationship Id="r696" Type="http://schemas.openxmlformats.org/officeDocument/2006/relationships/slide" Target="slides/slide697.xml"/><Relationship Id="r697" Type="http://schemas.openxmlformats.org/officeDocument/2006/relationships/slide" Target="slides/slide698.xml"/><Relationship Id="r698" Type="http://schemas.openxmlformats.org/officeDocument/2006/relationships/slide" Target="slides/slide699.xml"/><Relationship Id="r699" Type="http://schemas.openxmlformats.org/officeDocument/2006/relationships/slide" Target="slides/slide700.xml"/><Relationship Id="r700" Type="http://schemas.openxmlformats.org/officeDocument/2006/relationships/slide" Target="slides/slide701.xml"/><Relationship Id="r701" Type="http://schemas.openxmlformats.org/officeDocument/2006/relationships/slide" Target="slides/slide702.xml"/><Relationship Id="r702" Type="http://schemas.openxmlformats.org/officeDocument/2006/relationships/slide" Target="slides/slide703.xml"/><Relationship Id="r703" Type="http://schemas.openxmlformats.org/officeDocument/2006/relationships/slide" Target="slides/slide704.xml"/><Relationship Id="r704" Type="http://schemas.openxmlformats.org/officeDocument/2006/relationships/slide" Target="slides/slide705.xml"/><Relationship Id="r705" Type="http://schemas.openxmlformats.org/officeDocument/2006/relationships/slide" Target="slides/slide706.xml"/><Relationship Id="r706" Type="http://schemas.openxmlformats.org/officeDocument/2006/relationships/slide" Target="slides/slide707.xml"/><Relationship Id="r707" Type="http://schemas.openxmlformats.org/officeDocument/2006/relationships/slide" Target="slides/slide708.xml"/><Relationship Id="r708" Type="http://schemas.openxmlformats.org/officeDocument/2006/relationships/slide" Target="slides/slide709.xml"/><Relationship Id="r709" Type="http://schemas.openxmlformats.org/officeDocument/2006/relationships/slide" Target="slides/slide710.xml"/><Relationship Id="r710" Type="http://schemas.openxmlformats.org/officeDocument/2006/relationships/slide" Target="slides/slide711.xml"/><Relationship Id="r711" Type="http://schemas.openxmlformats.org/officeDocument/2006/relationships/slide" Target="slides/slide712.xml"/><Relationship Id="r712" Type="http://schemas.openxmlformats.org/officeDocument/2006/relationships/slide" Target="slides/slide713.xml"/><Relationship Id="r713" Type="http://schemas.openxmlformats.org/officeDocument/2006/relationships/slide" Target="slides/slide714.xml"/><Relationship Id="r714" Type="http://schemas.openxmlformats.org/officeDocument/2006/relationships/slide" Target="slides/slide715.xml"/><Relationship Id="r715" Type="http://schemas.openxmlformats.org/officeDocument/2006/relationships/slide" Target="slides/slide716.xml"/><Relationship Id="r716" Type="http://schemas.openxmlformats.org/officeDocument/2006/relationships/slide" Target="slides/slide717.xml"/><Relationship Id="r717" Type="http://schemas.openxmlformats.org/officeDocument/2006/relationships/slide" Target="slides/slide718.xml"/><Relationship Id="r718" Type="http://schemas.openxmlformats.org/officeDocument/2006/relationships/slide" Target="slides/slide719.xml"/><Relationship Id="r719" Type="http://schemas.openxmlformats.org/officeDocument/2006/relationships/slide" Target="slides/slide720.xml"/><Relationship Id="r720" Type="http://schemas.openxmlformats.org/officeDocument/2006/relationships/slide" Target="slides/slide721.xml"/><Relationship Id="r721" Type="http://schemas.openxmlformats.org/officeDocument/2006/relationships/slide" Target="slides/slide722.xml"/><Relationship Id="r722" Type="http://schemas.openxmlformats.org/officeDocument/2006/relationships/slide" Target="slides/slide723.xml"/><Relationship Id="r723" Type="http://schemas.openxmlformats.org/officeDocument/2006/relationships/slide" Target="slides/slide724.xml"/><Relationship Id="r724" Type="http://schemas.openxmlformats.org/officeDocument/2006/relationships/slide" Target="slides/slide725.xml"/><Relationship Id="r725" Type="http://schemas.openxmlformats.org/officeDocument/2006/relationships/slide" Target="slides/slide726.xml"/><Relationship Id="r726" Type="http://schemas.openxmlformats.org/officeDocument/2006/relationships/slide" Target="slides/slide727.xml"/><Relationship Id="r727" Type="http://schemas.openxmlformats.org/officeDocument/2006/relationships/slide" Target="slides/slide728.xml"/><Relationship Id="r728" Type="http://schemas.openxmlformats.org/officeDocument/2006/relationships/slide" Target="slides/slide729.xml"/><Relationship Id="r729" Type="http://schemas.openxmlformats.org/officeDocument/2006/relationships/slide" Target="slides/slide730.xml"/><Relationship Id="r730" Type="http://schemas.openxmlformats.org/officeDocument/2006/relationships/slide" Target="slides/slide731.xml"/><Relationship Id="r731" Type="http://schemas.openxmlformats.org/officeDocument/2006/relationships/slide" Target="slides/slide732.xml"/><Relationship Id="r732" Type="http://schemas.openxmlformats.org/officeDocument/2006/relationships/slide" Target="slides/slide733.xml"/><Relationship Id="r733" Type="http://schemas.openxmlformats.org/officeDocument/2006/relationships/slide" Target="slides/slide734.xml"/><Relationship Id="r734" Type="http://schemas.openxmlformats.org/officeDocument/2006/relationships/slide" Target="slides/slide735.xml"/><Relationship Id="r735" Type="http://schemas.openxmlformats.org/officeDocument/2006/relationships/slide" Target="slides/slide736.xml"/><Relationship Id="r736" Type="http://schemas.openxmlformats.org/officeDocument/2006/relationships/slide" Target="slides/slide737.xml"/><Relationship Id="r737" Type="http://schemas.openxmlformats.org/officeDocument/2006/relationships/slide" Target="slides/slide738.xml"/><Relationship Id="r738" Type="http://schemas.openxmlformats.org/officeDocument/2006/relationships/slide" Target="slides/slide739.xml"/><Relationship Id="r739" Type="http://schemas.openxmlformats.org/officeDocument/2006/relationships/slide" Target="slides/slide740.xml"/><Relationship Id="r740" Type="http://schemas.openxmlformats.org/officeDocument/2006/relationships/slide" Target="slides/slide741.xml"/><Relationship Id="r741" Type="http://schemas.openxmlformats.org/officeDocument/2006/relationships/slide" Target="slides/slide742.xml"/><Relationship Id="r742" Type="http://schemas.openxmlformats.org/officeDocument/2006/relationships/slide" Target="slides/slide743.xml"/><Relationship Id="r743" Type="http://schemas.openxmlformats.org/officeDocument/2006/relationships/slide" Target="slides/slide744.xml"/><Relationship Id="r744" Type="http://schemas.openxmlformats.org/officeDocument/2006/relationships/slide" Target="slides/slide745.xml"/><Relationship Id="r745" Type="http://schemas.openxmlformats.org/officeDocument/2006/relationships/slide" Target="slides/slide746.xml"/><Relationship Id="r746" Type="http://schemas.openxmlformats.org/officeDocument/2006/relationships/slide" Target="slides/slide747.xml"/><Relationship Id="r747" Type="http://schemas.openxmlformats.org/officeDocument/2006/relationships/slide" Target="slides/slide748.xml"/><Relationship Id="r748" Type="http://schemas.openxmlformats.org/officeDocument/2006/relationships/slide" Target="slides/slide749.xml"/><Relationship Id="r749" Type="http://schemas.openxmlformats.org/officeDocument/2006/relationships/slide" Target="slides/slide750.xml"/><Relationship Id="r750" Type="http://schemas.openxmlformats.org/officeDocument/2006/relationships/slide" Target="slides/slide751.xml"/><Relationship Id="r751" Type="http://schemas.openxmlformats.org/officeDocument/2006/relationships/slide" Target="slides/slide752.xml"/><Relationship Id="r752" Type="http://schemas.openxmlformats.org/officeDocument/2006/relationships/slide" Target="slides/slide753.xml"/><Relationship Id="r753" Type="http://schemas.openxmlformats.org/officeDocument/2006/relationships/slide" Target="slides/slide754.xml"/><Relationship Id="r754" Type="http://schemas.openxmlformats.org/officeDocument/2006/relationships/slide" Target="slides/slide755.xml"/><Relationship Id="r755" Type="http://schemas.openxmlformats.org/officeDocument/2006/relationships/slide" Target="slides/slide756.xml"/><Relationship Id="r756" Type="http://schemas.openxmlformats.org/officeDocument/2006/relationships/slide" Target="slides/slide757.xml"/><Relationship Id="r757" Type="http://schemas.openxmlformats.org/officeDocument/2006/relationships/slide" Target="slides/slide758.xml"/><Relationship Id="r758" Type="http://schemas.openxmlformats.org/officeDocument/2006/relationships/slide" Target="slides/slide759.xml"/><Relationship Id="r759" Type="http://schemas.openxmlformats.org/officeDocument/2006/relationships/slide" Target="slides/slide760.xml"/><Relationship Id="r760" Type="http://schemas.openxmlformats.org/officeDocument/2006/relationships/slide" Target="slides/slide761.xml"/><Relationship Id="r761" Type="http://schemas.openxmlformats.org/officeDocument/2006/relationships/slide" Target="slides/slide762.xml"/><Relationship Id="r762" Type="http://schemas.openxmlformats.org/officeDocument/2006/relationships/slide" Target="slides/slide763.xml"/><Relationship Id="r763" Type="http://schemas.openxmlformats.org/officeDocument/2006/relationships/slide" Target="slides/slide764.xml"/><Relationship Id="r764" Type="http://schemas.openxmlformats.org/officeDocument/2006/relationships/slide" Target="slides/slide765.xml"/><Relationship Id="r765" Type="http://schemas.openxmlformats.org/officeDocument/2006/relationships/slide" Target="slides/slide766.xml"/><Relationship Id="r766" Type="http://schemas.openxmlformats.org/officeDocument/2006/relationships/slide" Target="slides/slide767.xml"/><Relationship Id="r767" Type="http://schemas.openxmlformats.org/officeDocument/2006/relationships/slide" Target="slides/slide768.xml"/><Relationship Id="r768" Type="http://schemas.openxmlformats.org/officeDocument/2006/relationships/slide" Target="slides/slide769.xml"/><Relationship Id="r769" Type="http://schemas.openxmlformats.org/officeDocument/2006/relationships/slide" Target="slides/slide770.xml"/><Relationship Id="r770" Type="http://schemas.openxmlformats.org/officeDocument/2006/relationships/slide" Target="slides/slide771.xml"/><Relationship Id="r771" Type="http://schemas.openxmlformats.org/officeDocument/2006/relationships/slide" Target="slides/slide772.xml"/><Relationship Id="r772" Type="http://schemas.openxmlformats.org/officeDocument/2006/relationships/slide" Target="slides/slide773.xml"/><Relationship Id="r773" Type="http://schemas.openxmlformats.org/officeDocument/2006/relationships/slide" Target="slides/slide774.xml"/><Relationship Id="r774" Type="http://schemas.openxmlformats.org/officeDocument/2006/relationships/slide" Target="slides/slide775.xml"/><Relationship Id="r775" Type="http://schemas.openxmlformats.org/officeDocument/2006/relationships/slide" Target="slides/slide776.xml"/><Relationship Id="r776" Type="http://schemas.openxmlformats.org/officeDocument/2006/relationships/slide" Target="slides/slide777.xml"/><Relationship Id="r777" Type="http://schemas.openxmlformats.org/officeDocument/2006/relationships/slide" Target="slides/slide778.xml"/><Relationship Id="r778" Type="http://schemas.openxmlformats.org/officeDocument/2006/relationships/slide" Target="slides/slide779.xml"/><Relationship Id="r779" Type="http://schemas.openxmlformats.org/officeDocument/2006/relationships/slide" Target="slides/slide780.xml"/><Relationship Id="r780" Type="http://schemas.openxmlformats.org/officeDocument/2006/relationships/slide" Target="slides/slide781.xml"/><Relationship Id="r781" Type="http://schemas.openxmlformats.org/officeDocument/2006/relationships/slide" Target="slides/slide782.xml"/><Relationship Id="r782" Type="http://schemas.openxmlformats.org/officeDocument/2006/relationships/slide" Target="slides/slide783.xml"/><Relationship Id="r783" Type="http://schemas.openxmlformats.org/officeDocument/2006/relationships/slide" Target="slides/slide784.xml"/><Relationship Id="r784" Type="http://schemas.openxmlformats.org/officeDocument/2006/relationships/slide" Target="slides/slide785.xml"/><Relationship Id="r785" Type="http://schemas.openxmlformats.org/officeDocument/2006/relationships/slide" Target="slides/slide786.xml"/><Relationship Id="r786" Type="http://schemas.openxmlformats.org/officeDocument/2006/relationships/slide" Target="slides/slide787.xml"/><Relationship Id="r787" Type="http://schemas.openxmlformats.org/officeDocument/2006/relationships/slide" Target="slides/slide788.xml"/><Relationship Id="r788" Type="http://schemas.openxmlformats.org/officeDocument/2006/relationships/slide" Target="slides/slide789.xml"/><Relationship Id="r789" Type="http://schemas.openxmlformats.org/officeDocument/2006/relationships/slide" Target="slides/slide790.xml"/><Relationship Id="r790" Type="http://schemas.openxmlformats.org/officeDocument/2006/relationships/slide" Target="slides/slide791.xml"/><Relationship Id="r791" Type="http://schemas.openxmlformats.org/officeDocument/2006/relationships/slide" Target="slides/slide792.xml"/><Relationship Id="r792" Type="http://schemas.openxmlformats.org/officeDocument/2006/relationships/slide" Target="slides/slide793.xml"/><Relationship Id="r793" Type="http://schemas.openxmlformats.org/officeDocument/2006/relationships/slide" Target="slides/slide794.xml"/><Relationship Id="r794" Type="http://schemas.openxmlformats.org/officeDocument/2006/relationships/slide" Target="slides/slide795.xml"/><Relationship Id="r795" Type="http://schemas.openxmlformats.org/officeDocument/2006/relationships/slide" Target="slides/slide796.xml"/><Relationship Id="r796" Type="http://schemas.openxmlformats.org/officeDocument/2006/relationships/slide" Target="slides/slide797.xml"/><Relationship Id="r797" Type="http://schemas.openxmlformats.org/officeDocument/2006/relationships/slide" Target="slides/slide798.xml"/><Relationship Id="r798" Type="http://schemas.openxmlformats.org/officeDocument/2006/relationships/slide" Target="slides/slide799.xml"/><Relationship Id="r799" Type="http://schemas.openxmlformats.org/officeDocument/2006/relationships/slide" Target="slides/slide800.xml"/><Relationship Id="r800" Type="http://schemas.openxmlformats.org/officeDocument/2006/relationships/slide" Target="slides/slide801.xml"/><Relationship Id="r801" Type="http://schemas.openxmlformats.org/officeDocument/2006/relationships/slide" Target="slides/slide802.xml"/><Relationship Id="r802" Type="http://schemas.openxmlformats.org/officeDocument/2006/relationships/slide" Target="slides/slide803.xml"/><Relationship Id="r803" Type="http://schemas.openxmlformats.org/officeDocument/2006/relationships/slide" Target="slides/slide804.xml"/><Relationship Id="r804" Type="http://schemas.openxmlformats.org/officeDocument/2006/relationships/slide" Target="slides/slide805.xml"/><Relationship Id="r805" Type="http://schemas.openxmlformats.org/officeDocument/2006/relationships/slide" Target="slides/slide806.xml"/><Relationship Id="r806" Type="http://schemas.openxmlformats.org/officeDocument/2006/relationships/slide" Target="slides/slide807.xml"/><Relationship Id="r807" Type="http://schemas.openxmlformats.org/officeDocument/2006/relationships/slide" Target="slides/slide808.xml"/><Relationship Id="r808" Type="http://schemas.openxmlformats.org/officeDocument/2006/relationships/slide" Target="slides/slide809.xml"/><Relationship Id="r809" Type="http://schemas.openxmlformats.org/officeDocument/2006/relationships/slide" Target="slides/slide810.xml"/><Relationship Id="r810" Type="http://schemas.openxmlformats.org/officeDocument/2006/relationships/slide" Target="slides/slide811.xml"/><Relationship Id="r811" Type="http://schemas.openxmlformats.org/officeDocument/2006/relationships/slide" Target="slides/slide812.xml"/><Relationship Id="r812" Type="http://schemas.openxmlformats.org/officeDocument/2006/relationships/slide" Target="slides/slide813.xml"/><Relationship Id="r813" Type="http://schemas.openxmlformats.org/officeDocument/2006/relationships/slide" Target="slides/slide814.xml"/><Relationship Id="r814" Type="http://schemas.openxmlformats.org/officeDocument/2006/relationships/slide" Target="slides/slide815.xml"/><Relationship Id="r815" Type="http://schemas.openxmlformats.org/officeDocument/2006/relationships/slide" Target="slides/slide816.xml"/><Relationship Id="r816" Type="http://schemas.openxmlformats.org/officeDocument/2006/relationships/slide" Target="slides/slide817.xml"/><Relationship Id="r817" Type="http://schemas.openxmlformats.org/officeDocument/2006/relationships/slide" Target="slides/slide818.xml"/><Relationship Id="r818" Type="http://schemas.openxmlformats.org/officeDocument/2006/relationships/slide" Target="slides/slide819.xml"/><Relationship Id="r819" Type="http://schemas.openxmlformats.org/officeDocument/2006/relationships/slide" Target="slides/slide820.xml"/><Relationship Id="r820" Type="http://schemas.openxmlformats.org/officeDocument/2006/relationships/slide" Target="slides/slide821.xml"/><Relationship Id="r821" Type="http://schemas.openxmlformats.org/officeDocument/2006/relationships/slide" Target="slides/slide822.xml"/><Relationship Id="r822" Type="http://schemas.openxmlformats.org/officeDocument/2006/relationships/slide" Target="slides/slide823.xml"/><Relationship Id="r823" Type="http://schemas.openxmlformats.org/officeDocument/2006/relationships/slide" Target="slides/slide824.xml"/><Relationship Id="r824" Type="http://schemas.openxmlformats.org/officeDocument/2006/relationships/slide" Target="slides/slide825.xml"/><Relationship Id="r825" Type="http://schemas.openxmlformats.org/officeDocument/2006/relationships/slide" Target="slides/slide826.xml"/><Relationship Id="r826" Type="http://schemas.openxmlformats.org/officeDocument/2006/relationships/slide" Target="slides/slide827.xml"/><Relationship Id="r827" Type="http://schemas.openxmlformats.org/officeDocument/2006/relationships/slide" Target="slides/slide828.xml"/><Relationship Id="r828" Type="http://schemas.openxmlformats.org/officeDocument/2006/relationships/slide" Target="slides/slide829.xml"/><Relationship Id="r829" Type="http://schemas.openxmlformats.org/officeDocument/2006/relationships/slide" Target="slides/slide830.xml"/><Relationship Id="r830" Type="http://schemas.openxmlformats.org/officeDocument/2006/relationships/slide" Target="slides/slide831.xml"/><Relationship Id="r831" Type="http://schemas.openxmlformats.org/officeDocument/2006/relationships/slide" Target="slides/slide832.xml"/><Relationship Id="r832" Type="http://schemas.openxmlformats.org/officeDocument/2006/relationships/slide" Target="slides/slide833.xml"/><Relationship Id="r833" Type="http://schemas.openxmlformats.org/officeDocument/2006/relationships/slide" Target="slides/slide834.xml"/><Relationship Id="r834" Type="http://schemas.openxmlformats.org/officeDocument/2006/relationships/slide" Target="slides/slide835.xml"/><Relationship Id="r835" Type="http://schemas.openxmlformats.org/officeDocument/2006/relationships/slide" Target="slides/slide836.xml"/><Relationship Id="r836" Type="http://schemas.openxmlformats.org/officeDocument/2006/relationships/slide" Target="slides/slide837.xml"/><Relationship Id="r837" Type="http://schemas.openxmlformats.org/officeDocument/2006/relationships/slide" Target="slides/slide838.xml"/><Relationship Id="r838" Type="http://schemas.openxmlformats.org/officeDocument/2006/relationships/slide" Target="slides/slide839.xml"/><Relationship Id="r839" Type="http://schemas.openxmlformats.org/officeDocument/2006/relationships/slide" Target="slides/slide840.xml"/><Relationship Id="r840" Type="http://schemas.openxmlformats.org/officeDocument/2006/relationships/slide" Target="slides/slide841.xml"/><Relationship Id="r841" Type="http://schemas.openxmlformats.org/officeDocument/2006/relationships/slide" Target="slides/slide842.xml"/><Relationship Id="r842" Type="http://schemas.openxmlformats.org/officeDocument/2006/relationships/slide" Target="slides/slide843.xml"/><Relationship Id="r843" Type="http://schemas.openxmlformats.org/officeDocument/2006/relationships/slide" Target="slides/slide844.xml"/><Relationship Id="r844" Type="http://schemas.openxmlformats.org/officeDocument/2006/relationships/slide" Target="slides/slide845.xml"/><Relationship Id="r845" Type="http://schemas.openxmlformats.org/officeDocument/2006/relationships/slide" Target="slides/slide846.xml"/><Relationship Id="r846" Type="http://schemas.openxmlformats.org/officeDocument/2006/relationships/slide" Target="slides/slide847.xml"/><Relationship Id="r847" Type="http://schemas.openxmlformats.org/officeDocument/2006/relationships/slide" Target="slides/slide848.xml"/><Relationship Id="r848" Type="http://schemas.openxmlformats.org/officeDocument/2006/relationships/slide" Target="slides/slide849.xml"/><Relationship Id="r849" Type="http://schemas.openxmlformats.org/officeDocument/2006/relationships/slide" Target="slides/slide850.xml"/><Relationship Id="r850" Type="http://schemas.openxmlformats.org/officeDocument/2006/relationships/slide" Target="slides/slide851.xml"/><Relationship Id="r851" Type="http://schemas.openxmlformats.org/officeDocument/2006/relationships/slide" Target="slides/slide852.xml"/><Relationship Id="r852" Type="http://schemas.openxmlformats.org/officeDocument/2006/relationships/slide" Target="slides/slide853.xml"/><Relationship Id="r853" Type="http://schemas.openxmlformats.org/officeDocument/2006/relationships/slide" Target="slides/slide854.xml"/><Relationship Id="r854" Type="http://schemas.openxmlformats.org/officeDocument/2006/relationships/slide" Target="slides/slide855.xml"/><Relationship Id="r855" Type="http://schemas.openxmlformats.org/officeDocument/2006/relationships/slide" Target="slides/slide856.xml"/><Relationship Id="r856" Type="http://schemas.openxmlformats.org/officeDocument/2006/relationships/slide" Target="slides/slide857.xml"/><Relationship Id="r857" Type="http://schemas.openxmlformats.org/officeDocument/2006/relationships/slide" Target="slides/slide858.xml"/><Relationship Id="r858" Type="http://schemas.openxmlformats.org/officeDocument/2006/relationships/slide" Target="slides/slide859.xml"/><Relationship Id="r859" Type="http://schemas.openxmlformats.org/officeDocument/2006/relationships/slide" Target="slides/slide860.xml"/><Relationship Id="r860" Type="http://schemas.openxmlformats.org/officeDocument/2006/relationships/slide" Target="slides/slide861.xml"/><Relationship Id="r861" Type="http://schemas.openxmlformats.org/officeDocument/2006/relationships/slide" Target="slides/slide862.xml"/><Relationship Id="r862" Type="http://schemas.openxmlformats.org/officeDocument/2006/relationships/slide" Target="slides/slide863.xml"/><Relationship Id="r863" Type="http://schemas.openxmlformats.org/officeDocument/2006/relationships/slide" Target="slides/slide864.xml"/><Relationship Id="r864" Type="http://schemas.openxmlformats.org/officeDocument/2006/relationships/slide" Target="slides/slide865.xml"/><Relationship Id="r865" Type="http://schemas.openxmlformats.org/officeDocument/2006/relationships/slide" Target="slides/slide866.xml"/><Relationship Id="r866" Type="http://schemas.openxmlformats.org/officeDocument/2006/relationships/slide" Target="slides/slide867.xml"/><Relationship Id="r867" Type="http://schemas.openxmlformats.org/officeDocument/2006/relationships/slide" Target="slides/slide868.xml"/><Relationship Id="r868" Type="http://schemas.openxmlformats.org/officeDocument/2006/relationships/slide" Target="slides/slide869.xml"/><Relationship Id="r869" Type="http://schemas.openxmlformats.org/officeDocument/2006/relationships/slide" Target="slides/slide870.xml"/><Relationship Id="r870" Type="http://schemas.openxmlformats.org/officeDocument/2006/relationships/slide" Target="slides/slide871.xml"/><Relationship Id="r871" Type="http://schemas.openxmlformats.org/officeDocument/2006/relationships/slide" Target="slides/slide872.xml"/><Relationship Id="r872" Type="http://schemas.openxmlformats.org/officeDocument/2006/relationships/slide" Target="slides/slide873.xml"/><Relationship Id="r873" Type="http://schemas.openxmlformats.org/officeDocument/2006/relationships/slide" Target="slides/slide874.xml"/><Relationship Id="r874" Type="http://schemas.openxmlformats.org/officeDocument/2006/relationships/slide" Target="slides/slide875.xml"/><Relationship Id="r875" Type="http://schemas.openxmlformats.org/officeDocument/2006/relationships/slide" Target="slides/slide876.xml"/><Relationship Id="r876" Type="http://schemas.openxmlformats.org/officeDocument/2006/relationships/slide" Target="slides/slide877.xml"/><Relationship Id="r877" Type="http://schemas.openxmlformats.org/officeDocument/2006/relationships/slide" Target="slides/slide878.xml"/><Relationship Id="r878" Type="http://schemas.openxmlformats.org/officeDocument/2006/relationships/slide" Target="slides/slide879.xml"/><Relationship Id="r879" Type="http://schemas.openxmlformats.org/officeDocument/2006/relationships/slide" Target="slides/slide880.xml"/><Relationship Id="r880" Type="http://schemas.openxmlformats.org/officeDocument/2006/relationships/slide" Target="slides/slide881.xml"/><Relationship Id="r881" Type="http://schemas.openxmlformats.org/officeDocument/2006/relationships/slide" Target="slides/slide882.xml"/><Relationship Id="r882" Type="http://schemas.openxmlformats.org/officeDocument/2006/relationships/slide" Target="slides/slide883.xml"/><Relationship Id="r883" Type="http://schemas.openxmlformats.org/officeDocument/2006/relationships/slide" Target="slides/slide884.xml"/><Relationship Id="r884" Type="http://schemas.openxmlformats.org/officeDocument/2006/relationships/slide" Target="slides/slide885.xml"/><Relationship Id="r885" Type="http://schemas.openxmlformats.org/officeDocument/2006/relationships/slide" Target="slides/slide886.xml"/><Relationship Id="r886" Type="http://schemas.openxmlformats.org/officeDocument/2006/relationships/slide" Target="slides/slide887.xml"/><Relationship Id="r887" Type="http://schemas.openxmlformats.org/officeDocument/2006/relationships/slide" Target="slides/slide888.xml"/><Relationship Id="r888" Type="http://schemas.openxmlformats.org/officeDocument/2006/relationships/slide" Target="slides/slide889.xml"/><Relationship Id="r889" Type="http://schemas.openxmlformats.org/officeDocument/2006/relationships/slide" Target="slides/slide890.xml"/><Relationship Id="r890" Type="http://schemas.openxmlformats.org/officeDocument/2006/relationships/slide" Target="slides/slide891.xml"/><Relationship Id="r891" Type="http://schemas.openxmlformats.org/officeDocument/2006/relationships/slide" Target="slides/slide892.xml"/><Relationship Id="r892" Type="http://schemas.openxmlformats.org/officeDocument/2006/relationships/slide" Target="slides/slide893.xml"/><Relationship Id="r893" Type="http://schemas.openxmlformats.org/officeDocument/2006/relationships/slide" Target="slides/slide894.xml"/><Relationship Id="r894" Type="http://schemas.openxmlformats.org/officeDocument/2006/relationships/slide" Target="slides/slide895.xml"/><Relationship Id="r895" Type="http://schemas.openxmlformats.org/officeDocument/2006/relationships/slide" Target="slides/slide896.xml"/><Relationship Id="r896" Type="http://schemas.openxmlformats.org/officeDocument/2006/relationships/slide" Target="slides/slide897.xml"/><Relationship Id="r897" Type="http://schemas.openxmlformats.org/officeDocument/2006/relationships/slide" Target="slides/slide898.xml"/><Relationship Id="r898" Type="http://schemas.openxmlformats.org/officeDocument/2006/relationships/slide" Target="slides/slide899.xml"/><Relationship Id="r899" Type="http://schemas.openxmlformats.org/officeDocument/2006/relationships/slide" Target="slides/slide900.xml"/><Relationship Id="r900" Type="http://schemas.openxmlformats.org/officeDocument/2006/relationships/slide" Target="slides/slide901.xml"/><Relationship Id="r901" Type="http://schemas.openxmlformats.org/officeDocument/2006/relationships/slide" Target="slides/slide902.xml"/><Relationship Id="r902" Type="http://schemas.openxmlformats.org/officeDocument/2006/relationships/slide" Target="slides/slide903.xml"/><Relationship Id="r903" Type="http://schemas.openxmlformats.org/officeDocument/2006/relationships/slide" Target="slides/slide904.xml"/><Relationship Id="r904" Type="http://schemas.openxmlformats.org/officeDocument/2006/relationships/slide" Target="slides/slide905.xml"/><Relationship Id="r905" Type="http://schemas.openxmlformats.org/officeDocument/2006/relationships/slide" Target="slides/slide906.xml"/><Relationship Id="r906" Type="http://schemas.openxmlformats.org/officeDocument/2006/relationships/slide" Target="slides/slide907.xml"/><Relationship Id="r907" Type="http://schemas.openxmlformats.org/officeDocument/2006/relationships/slide" Target="slides/slide908.xml"/><Relationship Id="r908" Type="http://schemas.openxmlformats.org/officeDocument/2006/relationships/slide" Target="slides/slide909.xml"/><Relationship Id="r909" Type="http://schemas.openxmlformats.org/officeDocument/2006/relationships/slide" Target="slides/slide910.xml"/><Relationship Id="r910" Type="http://schemas.openxmlformats.org/officeDocument/2006/relationships/slide" Target="slides/slide911.xml"/><Relationship Id="r911" Type="http://schemas.openxmlformats.org/officeDocument/2006/relationships/slide" Target="slides/slide912.xml"/><Relationship Id="r912" Type="http://schemas.openxmlformats.org/officeDocument/2006/relationships/slide" Target="slides/slide913.xml"/><Relationship Id="r913" Type="http://schemas.openxmlformats.org/officeDocument/2006/relationships/slide" Target="slides/slide914.xml"/><Relationship Id="r914" Type="http://schemas.openxmlformats.org/officeDocument/2006/relationships/slide" Target="slides/slide915.xml"/><Relationship Id="r915" Type="http://schemas.openxmlformats.org/officeDocument/2006/relationships/slide" Target="slides/slide916.xml"/><Relationship Id="r916" Type="http://schemas.openxmlformats.org/officeDocument/2006/relationships/slide" Target="slides/slide917.xml"/><Relationship Id="r917" Type="http://schemas.openxmlformats.org/officeDocument/2006/relationships/slide" Target="slides/slide918.xml"/><Relationship Id="r918" Type="http://schemas.openxmlformats.org/officeDocument/2006/relationships/slide" Target="slides/slide919.xml"/><Relationship Id="r919" Type="http://schemas.openxmlformats.org/officeDocument/2006/relationships/slide" Target="slides/slide920.xml"/><Relationship Id="r920" Type="http://schemas.openxmlformats.org/officeDocument/2006/relationships/slide" Target="slides/slide921.xml"/><Relationship Id="r921" Type="http://schemas.openxmlformats.org/officeDocument/2006/relationships/slide" Target="slides/slide922.xml"/><Relationship Id="r922" Type="http://schemas.openxmlformats.org/officeDocument/2006/relationships/slide" Target="slides/slide923.xml"/><Relationship Id="r923" Type="http://schemas.openxmlformats.org/officeDocument/2006/relationships/slide" Target="slides/slide924.xml"/><Relationship Id="r924" Type="http://schemas.openxmlformats.org/officeDocument/2006/relationships/slide" Target="slides/slide925.xml"/><Relationship Id="r925" Type="http://schemas.openxmlformats.org/officeDocument/2006/relationships/slide" Target="slides/slide926.xml"/><Relationship Id="r926" Type="http://schemas.openxmlformats.org/officeDocument/2006/relationships/slide" Target="slides/slide927.xml"/><Relationship Id="r927" Type="http://schemas.openxmlformats.org/officeDocument/2006/relationships/slide" Target="slides/slide928.xml"/><Relationship Id="r928" Type="http://schemas.openxmlformats.org/officeDocument/2006/relationships/slide" Target="slides/slide929.xml"/><Relationship Id="r929" Type="http://schemas.openxmlformats.org/officeDocument/2006/relationships/slide" Target="slides/slide930.xml"/><Relationship Id="r930" Type="http://schemas.openxmlformats.org/officeDocument/2006/relationships/slide" Target="slides/slide931.xml"/><Relationship Id="r931" Type="http://schemas.openxmlformats.org/officeDocument/2006/relationships/slide" Target="slides/slide932.xml"/><Relationship Id="r932" Type="http://schemas.openxmlformats.org/officeDocument/2006/relationships/slide" Target="slides/slide933.xml"/><Relationship Id="r933" Type="http://schemas.openxmlformats.org/officeDocument/2006/relationships/slide" Target="slides/slide934.xml"/><Relationship Id="r934" Type="http://schemas.openxmlformats.org/officeDocument/2006/relationships/slide" Target="slides/slide935.xml"/><Relationship Id="r935" Type="http://schemas.openxmlformats.org/officeDocument/2006/relationships/slide" Target="slides/slide936.xml"/><Relationship Id="r936" Type="http://schemas.openxmlformats.org/officeDocument/2006/relationships/slide" Target="slides/slide937.xml"/><Relationship Id="r937" Type="http://schemas.openxmlformats.org/officeDocument/2006/relationships/slide" Target="slides/slide938.xml"/><Relationship Id="r938" Type="http://schemas.openxmlformats.org/officeDocument/2006/relationships/slide" Target="slides/slide939.xml"/><Relationship Id="r939" Type="http://schemas.openxmlformats.org/officeDocument/2006/relationships/slide" Target="slides/slide940.xml"/><Relationship Id="r940" Type="http://schemas.openxmlformats.org/officeDocument/2006/relationships/slide" Target="slides/slide941.xml"/><Relationship Id="r941" Type="http://schemas.openxmlformats.org/officeDocument/2006/relationships/slide" Target="slides/slide942.xml"/><Relationship Id="r942" Type="http://schemas.openxmlformats.org/officeDocument/2006/relationships/slide" Target="slides/slide943.xml"/><Relationship Id="r943" Type="http://schemas.openxmlformats.org/officeDocument/2006/relationships/slide" Target="slides/slide944.xml"/><Relationship Id="r944" Type="http://schemas.openxmlformats.org/officeDocument/2006/relationships/slide" Target="slides/slide945.xml"/><Relationship Id="r945" Type="http://schemas.openxmlformats.org/officeDocument/2006/relationships/slide" Target="slides/slide946.xml"/><Relationship Id="r946" Type="http://schemas.openxmlformats.org/officeDocument/2006/relationships/slide" Target="slides/slide947.xml"/><Relationship Id="r947" Type="http://schemas.openxmlformats.org/officeDocument/2006/relationships/slide" Target="slides/slide948.xml"/><Relationship Id="r948" Type="http://schemas.openxmlformats.org/officeDocument/2006/relationships/slide" Target="slides/slide949.xml"/><Relationship Id="r949" Type="http://schemas.openxmlformats.org/officeDocument/2006/relationships/slide" Target="slides/slide950.xml"/><Relationship Id="r950" Type="http://schemas.openxmlformats.org/officeDocument/2006/relationships/slide" Target="slides/slide951.xml"/><Relationship Id="r951" Type="http://schemas.openxmlformats.org/officeDocument/2006/relationships/slide" Target="slides/slide952.xml"/><Relationship Id="r952" Type="http://schemas.openxmlformats.org/officeDocument/2006/relationships/slide" Target="slides/slide953.xml"/><Relationship Id="r953" Type="http://schemas.openxmlformats.org/officeDocument/2006/relationships/slide" Target="slides/slide954.xml"/><Relationship Id="r954" Type="http://schemas.openxmlformats.org/officeDocument/2006/relationships/slide" Target="slides/slide955.xml"/><Relationship Id="r955" Type="http://schemas.openxmlformats.org/officeDocument/2006/relationships/slide" Target="slides/slide956.xml"/><Relationship Id="r956" Type="http://schemas.openxmlformats.org/officeDocument/2006/relationships/slide" Target="slides/slide957.xml"/><Relationship Id="r957" Type="http://schemas.openxmlformats.org/officeDocument/2006/relationships/slide" Target="slides/slide958.xml"/><Relationship Id="r958" Type="http://schemas.openxmlformats.org/officeDocument/2006/relationships/slide" Target="slides/slide959.xml"/><Relationship Id="r959" Type="http://schemas.openxmlformats.org/officeDocument/2006/relationships/slide" Target="slides/slide960.xml"/><Relationship Id="r960" Type="http://schemas.openxmlformats.org/officeDocument/2006/relationships/slide" Target="slides/slide961.xml"/><Relationship Id="r961" Type="http://schemas.openxmlformats.org/officeDocument/2006/relationships/slide" Target="slides/slide962.xml"/><Relationship Id="r962" Type="http://schemas.openxmlformats.org/officeDocument/2006/relationships/slide" Target="slides/slide963.xml"/><Relationship Id="r963" Type="http://schemas.openxmlformats.org/officeDocument/2006/relationships/slide" Target="slides/slide964.xml"/><Relationship Id="r964" Type="http://schemas.openxmlformats.org/officeDocument/2006/relationships/slide" Target="slides/slide965.xml"/><Relationship Id="r965" Type="http://schemas.openxmlformats.org/officeDocument/2006/relationships/slide" Target="slides/slide966.xml"/><Relationship Id="r966" Type="http://schemas.openxmlformats.org/officeDocument/2006/relationships/slide" Target="slides/slide967.xml"/><Relationship Id="r967" Type="http://schemas.openxmlformats.org/officeDocument/2006/relationships/slide" Target="slides/slide968.xml"/><Relationship Id="r968" Type="http://schemas.openxmlformats.org/officeDocument/2006/relationships/slide" Target="slides/slide969.xml"/><Relationship Id="r969" Type="http://schemas.openxmlformats.org/officeDocument/2006/relationships/slide" Target="slides/slide970.xml"/><Relationship Id="r970" Type="http://schemas.openxmlformats.org/officeDocument/2006/relationships/slide" Target="slides/slide971.xml"/><Relationship Id="r971" Type="http://schemas.openxmlformats.org/officeDocument/2006/relationships/slide" Target="slides/slide972.xml"/><Relationship Id="r972" Type="http://schemas.openxmlformats.org/officeDocument/2006/relationships/slide" Target="slides/slide973.xml"/><Relationship Id="r973" Type="http://schemas.openxmlformats.org/officeDocument/2006/relationships/slide" Target="slides/slide974.xml"/><Relationship Id="r974" Type="http://schemas.openxmlformats.org/officeDocument/2006/relationships/slide" Target="slides/slide975.xml"/><Relationship Id="r975" Type="http://schemas.openxmlformats.org/officeDocument/2006/relationships/slide" Target="slides/slide976.xml"/><Relationship Id="r976" Type="http://schemas.openxmlformats.org/officeDocument/2006/relationships/slide" Target="slides/slide977.xml"/><Relationship Id="r977" Type="http://schemas.openxmlformats.org/officeDocument/2006/relationships/slide" Target="slides/slide978.xml"/><Relationship Id="r978" Type="http://schemas.openxmlformats.org/officeDocument/2006/relationships/slide" Target="slides/slide979.xml"/><Relationship Id="r979" Type="http://schemas.openxmlformats.org/officeDocument/2006/relationships/slide" Target="slides/slide980.xml"/><Relationship Id="r980" Type="http://schemas.openxmlformats.org/officeDocument/2006/relationships/slide" Target="slides/slide981.xml"/><Relationship Id="r981" Type="http://schemas.openxmlformats.org/officeDocument/2006/relationships/slide" Target="slides/slide982.xml"/><Relationship Id="r982" Type="http://schemas.openxmlformats.org/officeDocument/2006/relationships/slide" Target="slides/slide983.xml"/><Relationship Id="r983" Type="http://schemas.openxmlformats.org/officeDocument/2006/relationships/slide" Target="slides/slide984.xml"/><Relationship Id="r984" Type="http://schemas.openxmlformats.org/officeDocument/2006/relationships/slide" Target="slides/slide985.xml"/><Relationship Id="r985" Type="http://schemas.openxmlformats.org/officeDocument/2006/relationships/slide" Target="slides/slide986.xml"/><Relationship Id="r986" Type="http://schemas.openxmlformats.org/officeDocument/2006/relationships/slide" Target="slides/slide987.xml"/><Relationship Id="r987" Type="http://schemas.openxmlformats.org/officeDocument/2006/relationships/slide" Target="slides/slide988.xml"/><Relationship Id="r988" Type="http://schemas.openxmlformats.org/officeDocument/2006/relationships/slide" Target="slides/slide989.xml"/><Relationship Id="r989" Type="http://schemas.openxmlformats.org/officeDocument/2006/relationships/slide" Target="slides/slide990.xml"/><Relationship Id="r990" Type="http://schemas.openxmlformats.org/officeDocument/2006/relationships/slide" Target="slides/slide991.xml"/><Relationship Id="r991" Type="http://schemas.openxmlformats.org/officeDocument/2006/relationships/slide" Target="slides/slide992.xml"/><Relationship Id="r992" Type="http://schemas.openxmlformats.org/officeDocument/2006/relationships/slide" Target="slides/slide993.xml"/><Relationship Id="r993" Type="http://schemas.openxmlformats.org/officeDocument/2006/relationships/slide" Target="slides/slide994.xml"/><Relationship Id="r994" Type="http://schemas.openxmlformats.org/officeDocument/2006/relationships/slide" Target="slides/slide995.xml"/><Relationship Id="r995" Type="http://schemas.openxmlformats.org/officeDocument/2006/relationships/slide" Target="slides/slide996.xml"/><Relationship Id="r996" Type="http://schemas.openxmlformats.org/officeDocument/2006/relationships/slide" Target="slides/slide997.xml"/><Relationship Id="r997" Type="http://schemas.openxmlformats.org/officeDocument/2006/relationships/slide" Target="slides/slide998.xml"/><Relationship Id="r998" Type="http://schemas.openxmlformats.org/officeDocument/2006/relationships/slide" Target="slides/slide999.xml"/><Relationship Id="r999" Type="http://schemas.openxmlformats.org/officeDocument/2006/relationships/slide" Target="slides/slide1000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</a:t>
            </a:r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</a:t>
            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</a:t>
            </a:r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</a:t>
            </a:r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</a:t>
            </a:r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</a:t>
            </a:r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</a:t>
            </a:r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</a:t>
            </a:r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</a:t>
            </a:r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</a:t>
            </a:r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</a:t>
            </a:r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</a:t>
            </a:r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</a:t>
            </a:r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</a:t>
            </a:r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</a:t>
            </a:r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</a:t>
            </a:r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</a:t>
            </a:r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</a:t>
            </a:r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</a:t>
            </a:r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</a:t>
            </a:r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</a:t>
            </a:r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</a:t>
            </a:r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</a:t>
            </a:r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</a:t>
            </a:r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</a:t>
            </a:r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</a:t>
            </a:r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</a:t>
            </a:r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</a:t>
            </a:r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</a:t>
            </a:r>
          </a:p>
        </p:txBody>
      </p:sp>
    </p:spTree>
  </p:cSld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</a:t>
            </a:r>
          </a:p>
        </p:txBody>
      </p:sp>
    </p:spTree>
  </p:cSld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</a:t>
            </a:r>
          </a:p>
        </p:txBody>
      </p:sp>
    </p:spTree>
  </p:cSld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</a:t>
            </a:r>
          </a:p>
        </p:txBody>
      </p:sp>
    </p:spTree>
  </p:cSld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</a:t>
            </a:r>
          </a:p>
        </p:txBody>
      </p:sp>
    </p:spTree>
  </p:cSld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</a:t>
            </a:r>
          </a:p>
        </p:txBody>
      </p:sp>
    </p:spTree>
  </p:cSld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</a:t>
            </a:r>
          </a:p>
        </p:txBody>
      </p:sp>
    </p:spTree>
  </p:cSld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</a:t>
            </a:r>
          </a:p>
        </p:txBody>
      </p:sp>
    </p:spTree>
  </p:cSld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</a:t>
            </a:r>
          </a:p>
        </p:txBody>
      </p:sp>
    </p:spTree>
  </p:cSld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</a:t>
            </a:r>
          </a:p>
        </p:txBody>
      </p:sp>
    </p:spTree>
  </p:cSld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</a:t>
            </a:r>
          </a:p>
        </p:txBody>
      </p:sp>
    </p:spTree>
  </p:cSld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</a:t>
            </a:r>
          </a:p>
        </p:txBody>
      </p:sp>
    </p:spTree>
  </p:cSld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</a:t>
            </a:r>
          </a:p>
        </p:txBody>
      </p:sp>
    </p:spTree>
  </p:cSld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</a:t>
            </a:r>
          </a:p>
        </p:txBody>
      </p:sp>
    </p:spTree>
  </p:cSld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</a:t>
            </a:r>
          </a:p>
        </p:txBody>
      </p:sp>
    </p:spTree>
  </p:cSld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</a:t>
            </a:r>
          </a:p>
        </p:txBody>
      </p:sp>
    </p:spTree>
  </p:cSld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</a:t>
            </a:r>
          </a:p>
        </p:txBody>
      </p:sp>
    </p:spTree>
  </p:cSld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</a:t>
            </a:r>
          </a:p>
        </p:txBody>
      </p:sp>
    </p:spTree>
  </p:cSld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</a:t>
            </a:r>
          </a:p>
        </p:txBody>
      </p:sp>
    </p:spTree>
  </p:cSld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</a:t>
            </a:r>
          </a:p>
        </p:txBody>
      </p:sp>
    </p:spTree>
  </p:cSld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</a:t>
            </a:r>
          </a:p>
        </p:txBody>
      </p:sp>
    </p:spTree>
  </p:cSld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</a:t>
            </a:r>
          </a:p>
        </p:txBody>
      </p:sp>
    </p:spTree>
  </p:cSld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</a:t>
            </a:r>
          </a:p>
        </p:txBody>
      </p:sp>
    </p:spTree>
  </p:cSld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</a:t>
            </a:r>
          </a:p>
        </p:txBody>
      </p:sp>
    </p:spTree>
  </p:cSld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</a:t>
            </a:r>
          </a:p>
        </p:txBody>
      </p:sp>
    </p:spTree>
  </p:cSld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</a:t>
            </a:r>
          </a:p>
        </p:txBody>
      </p:sp>
    </p:spTree>
  </p:cSld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</a:t>
            </a:r>
          </a:p>
        </p:txBody>
      </p:sp>
    </p:spTree>
  </p:cSld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</a:t>
            </a:r>
          </a:p>
        </p:txBody>
      </p:sp>
    </p:spTree>
  </p:cSld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</a:t>
            </a:r>
          </a:p>
        </p:txBody>
      </p:sp>
    </p:spTree>
  </p:cSld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</a:t>
            </a:r>
          </a:p>
        </p:txBody>
      </p:sp>
    </p:spTree>
  </p:cSld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</a:t>
            </a:r>
          </a:p>
        </p:txBody>
      </p:sp>
    </p:spTree>
  </p:cSld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</a:t>
            </a:r>
          </a:p>
        </p:txBody>
      </p:sp>
    </p:spTree>
  </p:cSld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</a:t>
            </a:r>
          </a:p>
        </p:txBody>
      </p:sp>
    </p:spTree>
  </p:cSld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</a:t>
            </a:r>
          </a:p>
        </p:txBody>
      </p:sp>
    </p:spTree>
  </p:cSld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</a:t>
            </a:r>
          </a:p>
        </p:txBody>
      </p:sp>
    </p:spTree>
  </p:cSld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</a:t>
            </a:r>
          </a:p>
        </p:txBody>
      </p:sp>
    </p:spTree>
  </p:cSld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</a:t>
            </a:r>
          </a:p>
        </p:txBody>
      </p:sp>
    </p:spTree>
  </p:cSld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</a:t>
            </a:r>
          </a:p>
        </p:txBody>
      </p:sp>
    </p:spTree>
  </p:cSld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</a:t>
            </a:r>
          </a:p>
        </p:txBody>
      </p:sp>
    </p:spTree>
  </p:cSld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</a:t>
            </a:r>
          </a:p>
        </p:txBody>
      </p:sp>
    </p:spTree>
  </p:cSld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</a:t>
            </a:r>
          </a:p>
        </p:txBody>
      </p:sp>
    </p:spTree>
  </p:cSld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</a:t>
            </a:r>
          </a:p>
        </p:txBody>
      </p:sp>
    </p:spTree>
  </p:cSld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</a:t>
            </a:r>
          </a:p>
        </p:txBody>
      </p:sp>
    </p:spTree>
  </p:cSld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</a:t>
            </a:r>
          </a:p>
        </p:txBody>
      </p:sp>
    </p:spTree>
  </p:cSld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</a:t>
            </a:r>
          </a:p>
        </p:txBody>
      </p:sp>
    </p:spTree>
  </p:cSld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</a:t>
            </a:r>
          </a:p>
        </p:txBody>
      </p:sp>
    </p:spTree>
  </p:cSld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</a:t>
            </a:r>
          </a:p>
        </p:txBody>
      </p:sp>
    </p:spTree>
  </p:cSld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</a:t>
            </a:r>
          </a:p>
        </p:txBody>
      </p:sp>
    </p:spTree>
  </p:cSld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</a:t>
            </a:r>
          </a:p>
        </p:txBody>
      </p:sp>
    </p:spTree>
  </p:cSld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</a:t>
            </a:r>
          </a:p>
        </p:txBody>
      </p:sp>
    </p:spTree>
  </p:cSld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</a:t>
            </a:r>
          </a:p>
        </p:txBody>
      </p:sp>
    </p:spTree>
  </p:cSld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</a:t>
            </a:r>
          </a:p>
        </p:txBody>
      </p:sp>
    </p:spTree>
  </p:cSld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</a:t>
            </a:r>
          </a:p>
        </p:txBody>
      </p:sp>
    </p:spTree>
  </p:cSld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</a:t>
            </a:r>
          </a:p>
        </p:txBody>
      </p:sp>
    </p:spTree>
  </p:cSld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</a:t>
            </a:r>
          </a:p>
        </p:txBody>
      </p:sp>
    </p:spTree>
  </p:cSld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</a:t>
            </a:r>
          </a:p>
        </p:txBody>
      </p:sp>
    </p:spTree>
  </p:cSld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</a:t>
            </a:r>
          </a:p>
        </p:txBody>
      </p:sp>
    </p:spTree>
  </p:cSld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</a:t>
            </a:r>
          </a:p>
        </p:txBody>
      </p:sp>
    </p:spTree>
  </p:cSld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</a:t>
            </a:r>
          </a:p>
        </p:txBody>
      </p:sp>
    </p:spTree>
  </p:cSld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100</a:t>
            </a:r>
          </a:p>
        </p:txBody>
      </p:sp>
    </p:spTree>
  </p:cSld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101</a:t>
            </a:r>
          </a:p>
        </p:txBody>
      </p:sp>
    </p:spTree>
  </p:cSld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102</a:t>
            </a:r>
          </a:p>
        </p:txBody>
      </p:sp>
    </p:spTree>
  </p:cSld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103</a:t>
            </a:r>
          </a:p>
        </p:txBody>
      </p:sp>
    </p:spTree>
  </p:cSld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104</a:t>
            </a:r>
          </a:p>
        </p:txBody>
      </p:sp>
    </p:spTree>
  </p:cSld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105</a:t>
            </a:r>
          </a:p>
        </p:txBody>
      </p:sp>
    </p:spTree>
  </p:cSld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106</a:t>
            </a:r>
          </a:p>
        </p:txBody>
      </p:sp>
    </p:spTree>
  </p:cSld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107</a:t>
            </a:r>
          </a:p>
        </p:txBody>
      </p:sp>
    </p:spTree>
  </p:cSld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108</a:t>
            </a:r>
          </a:p>
        </p:txBody>
      </p:sp>
    </p:spTree>
  </p:cSld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109</a:t>
            </a:r>
          </a:p>
        </p:txBody>
      </p:sp>
    </p:spTree>
  </p:cSld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110</a:t>
            </a:r>
          </a:p>
        </p:txBody>
      </p:sp>
    </p:spTree>
  </p:cSld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111</a:t>
            </a:r>
          </a:p>
        </p:txBody>
      </p:sp>
    </p:spTree>
  </p:cSld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112</a:t>
            </a:r>
          </a:p>
        </p:txBody>
      </p:sp>
    </p:spTree>
  </p:cSld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113</a:t>
            </a:r>
          </a:p>
        </p:txBody>
      </p:sp>
    </p:spTree>
  </p:cSld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114</a:t>
            </a:r>
          </a:p>
        </p:txBody>
      </p:sp>
    </p:spTree>
  </p:cSld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115</a:t>
            </a:r>
          </a:p>
        </p:txBody>
      </p:sp>
    </p:spTree>
  </p:cSld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116</a:t>
            </a:r>
          </a:p>
        </p:txBody>
      </p:sp>
    </p:spTree>
  </p:cSld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117</a:t>
            </a:r>
          </a:p>
        </p:txBody>
      </p:sp>
    </p:spTree>
  </p:cSld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118</a:t>
            </a:r>
          </a:p>
        </p:txBody>
      </p:sp>
    </p:spTree>
  </p:cSld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119</a:t>
            </a:r>
          </a:p>
        </p:txBody>
      </p:sp>
    </p:spTree>
  </p:cSld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120</a:t>
            </a:r>
          </a:p>
        </p:txBody>
      </p:sp>
    </p:spTree>
  </p:cSld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121</a:t>
            </a:r>
          </a:p>
        </p:txBody>
      </p:sp>
    </p:spTree>
  </p:cSld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122</a:t>
            </a:r>
          </a:p>
        </p:txBody>
      </p:sp>
    </p:spTree>
  </p:cSld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123</a:t>
            </a:r>
          </a:p>
        </p:txBody>
      </p:sp>
    </p:spTree>
  </p:cSld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124</a:t>
            </a:r>
          </a:p>
        </p:txBody>
      </p:sp>
    </p:spTree>
  </p:cSld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125</a:t>
            </a:r>
          </a:p>
        </p:txBody>
      </p:sp>
    </p:spTree>
  </p:cSld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126</a:t>
            </a:r>
          </a:p>
        </p:txBody>
      </p:sp>
    </p:spTree>
  </p:cSld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127</a:t>
            </a:r>
          </a:p>
        </p:txBody>
      </p:sp>
    </p:spTree>
  </p:cSld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128</a:t>
            </a:r>
          </a:p>
        </p:txBody>
      </p:sp>
    </p:spTree>
  </p:cSld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129</a:t>
            </a:r>
          </a:p>
        </p:txBody>
      </p:sp>
    </p:spTree>
  </p:cSld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130</a:t>
            </a:r>
          </a:p>
        </p:txBody>
      </p:sp>
    </p:spTree>
  </p:cSld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131</a:t>
            </a:r>
          </a:p>
        </p:txBody>
      </p:sp>
    </p:spTree>
  </p:cSld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132</a:t>
            </a:r>
          </a:p>
        </p:txBody>
      </p:sp>
    </p:spTree>
  </p:cSld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133</a:t>
            </a:r>
          </a:p>
        </p:txBody>
      </p:sp>
    </p:spTree>
  </p:cSld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134</a:t>
            </a:r>
          </a:p>
        </p:txBody>
      </p:sp>
    </p:spTree>
  </p:cSld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135</a:t>
            </a:r>
          </a:p>
        </p:txBody>
      </p:sp>
    </p:spTree>
  </p:cSld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136</a:t>
            </a:r>
          </a:p>
        </p:txBody>
      </p:sp>
    </p:spTree>
  </p:cSld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137</a:t>
            </a:r>
          </a:p>
        </p:txBody>
      </p:sp>
    </p:spTree>
  </p:cSld>
</p:sld>
</file>

<file path=ppt/slides/slide1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138</a:t>
            </a:r>
          </a:p>
        </p:txBody>
      </p:sp>
    </p:spTree>
  </p:cSld>
</p:sld>
</file>

<file path=ppt/slides/slide1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139</a:t>
            </a:r>
          </a:p>
        </p:txBody>
      </p:sp>
    </p:spTree>
  </p:cSld>
</p:sld>
</file>

<file path=ppt/slides/slide1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140</a:t>
            </a:r>
          </a:p>
        </p:txBody>
      </p:sp>
    </p:spTree>
  </p:cSld>
</p:sld>
</file>

<file path=ppt/slides/slide1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141</a:t>
            </a:r>
          </a:p>
        </p:txBody>
      </p:sp>
    </p:spTree>
  </p:cSld>
</p:sld>
</file>

<file path=ppt/slides/slide1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142</a:t>
            </a:r>
          </a:p>
        </p:txBody>
      </p:sp>
    </p:spTree>
  </p:cSld>
</p:sld>
</file>

<file path=ppt/slides/slide1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143</a:t>
            </a:r>
          </a:p>
        </p:txBody>
      </p:sp>
    </p:spTree>
  </p:cSld>
</p:sld>
</file>

<file path=ppt/slides/slide1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144</a:t>
            </a:r>
          </a:p>
        </p:txBody>
      </p:sp>
    </p:spTree>
  </p:cSld>
</p:sld>
</file>

<file path=ppt/slides/slide1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145</a:t>
            </a:r>
          </a:p>
        </p:txBody>
      </p:sp>
    </p:spTree>
  </p:cSld>
</p:sld>
</file>

<file path=ppt/slides/slide1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146</a:t>
            </a:r>
          </a:p>
        </p:txBody>
      </p:sp>
    </p:spTree>
  </p:cSld>
</p:sld>
</file>

<file path=ppt/slides/slide1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147</a:t>
            </a:r>
          </a:p>
        </p:txBody>
      </p:sp>
    </p:spTree>
  </p:cSld>
</p:sld>
</file>

<file path=ppt/slides/slide1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148</a:t>
            </a:r>
          </a:p>
        </p:txBody>
      </p:sp>
    </p:spTree>
  </p:cSld>
</p:sld>
</file>

<file path=ppt/slides/slide1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149</a:t>
            </a:r>
          </a:p>
        </p:txBody>
      </p:sp>
    </p:spTree>
  </p:cSld>
</p:sld>
</file>

<file path=ppt/slides/slide1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150</a:t>
            </a:r>
          </a:p>
        </p:txBody>
      </p:sp>
    </p:spTree>
  </p:cSld>
</p:sld>
</file>

<file path=ppt/slides/slide1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151</a:t>
            </a:r>
          </a:p>
        </p:txBody>
      </p:sp>
    </p:spTree>
  </p:cSld>
</p:sld>
</file>

<file path=ppt/slides/slide1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152</a:t>
            </a:r>
          </a:p>
        </p:txBody>
      </p:sp>
    </p:spTree>
  </p:cSld>
</p:sld>
</file>

<file path=ppt/slides/slide1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153</a:t>
            </a:r>
          </a:p>
        </p:txBody>
      </p:sp>
    </p:spTree>
  </p:cSld>
</p:sld>
</file>

<file path=ppt/slides/slide1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154</a:t>
            </a:r>
          </a:p>
        </p:txBody>
      </p:sp>
    </p:spTree>
  </p:cSld>
</p:sld>
</file>

<file path=ppt/slides/slide1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155</a:t>
            </a:r>
          </a:p>
        </p:txBody>
      </p:sp>
    </p:spTree>
  </p:cSld>
</p:sld>
</file>

<file path=ppt/slides/slide1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156</a:t>
            </a:r>
          </a:p>
        </p:txBody>
      </p:sp>
    </p:spTree>
  </p:cSld>
</p:sld>
</file>

<file path=ppt/slides/slide1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157</a:t>
            </a:r>
          </a:p>
        </p:txBody>
      </p:sp>
    </p:spTree>
  </p:cSld>
</p:sld>
</file>

<file path=ppt/slides/slide1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158</a:t>
            </a:r>
          </a:p>
        </p:txBody>
      </p:sp>
    </p:spTree>
  </p:cSld>
</p:sld>
</file>

<file path=ppt/slides/slide1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159</a:t>
            </a:r>
          </a:p>
        </p:txBody>
      </p:sp>
    </p:spTree>
  </p:cSld>
</p:sld>
</file>

<file path=ppt/slides/slide1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160</a:t>
            </a:r>
          </a:p>
        </p:txBody>
      </p:sp>
    </p:spTree>
  </p:cSld>
</p:sld>
</file>

<file path=ppt/slides/slide1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161</a:t>
            </a:r>
          </a:p>
        </p:txBody>
      </p:sp>
    </p:spTree>
  </p:cSld>
</p:sld>
</file>

<file path=ppt/slides/slide1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162</a:t>
            </a:r>
          </a:p>
        </p:txBody>
      </p:sp>
    </p:spTree>
  </p:cSld>
</p:sld>
</file>

<file path=ppt/slides/slide1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163</a:t>
            </a:r>
          </a:p>
        </p:txBody>
      </p:sp>
    </p:spTree>
  </p:cSld>
</p:sld>
</file>

<file path=ppt/slides/slide1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164</a:t>
            </a:r>
          </a:p>
        </p:txBody>
      </p:sp>
    </p:spTree>
  </p:cSld>
</p:sld>
</file>

<file path=ppt/slides/slide1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165</a:t>
            </a:r>
          </a:p>
        </p:txBody>
      </p:sp>
    </p:spTree>
  </p:cSld>
</p:sld>
</file>

<file path=ppt/slides/slide1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166</a:t>
            </a:r>
          </a:p>
        </p:txBody>
      </p:sp>
    </p:spTree>
  </p:cSld>
</p:sld>
</file>

<file path=ppt/slides/slide1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167</a:t>
            </a:r>
          </a:p>
        </p:txBody>
      </p:sp>
    </p:spTree>
  </p:cSld>
</p:sld>
</file>

<file path=ppt/slides/slide1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168</a:t>
            </a:r>
          </a:p>
        </p:txBody>
      </p:sp>
    </p:spTree>
  </p:cSld>
</p:sld>
</file>

<file path=ppt/slides/slide1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169</a:t>
            </a:r>
          </a:p>
        </p:txBody>
      </p:sp>
    </p:spTree>
  </p:cSld>
</p:sld>
</file>

<file path=ppt/slides/slide1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170</a:t>
            </a:r>
          </a:p>
        </p:txBody>
      </p:sp>
    </p:spTree>
  </p:cSld>
</p:sld>
</file>

<file path=ppt/slides/slide1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171</a:t>
            </a:r>
          </a:p>
        </p:txBody>
      </p:sp>
    </p:spTree>
  </p:cSld>
</p:sld>
</file>

<file path=ppt/slides/slide1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172</a:t>
            </a:r>
          </a:p>
        </p:txBody>
      </p:sp>
    </p:spTree>
  </p:cSld>
</p:sld>
</file>

<file path=ppt/slides/slide1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173</a:t>
            </a:r>
          </a:p>
        </p:txBody>
      </p:sp>
    </p:spTree>
  </p:cSld>
</p:sld>
</file>

<file path=ppt/slides/slide1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174</a:t>
            </a:r>
          </a:p>
        </p:txBody>
      </p:sp>
    </p:spTree>
  </p:cSld>
</p:sld>
</file>

<file path=ppt/slides/slide1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175</a:t>
            </a:r>
          </a:p>
        </p:txBody>
      </p:sp>
    </p:spTree>
  </p:cSld>
</p:sld>
</file>

<file path=ppt/slides/slide1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176</a:t>
            </a:r>
          </a:p>
        </p:txBody>
      </p:sp>
    </p:spTree>
  </p:cSld>
</p:sld>
</file>

<file path=ppt/slides/slide1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177</a:t>
            </a:r>
          </a:p>
        </p:txBody>
      </p:sp>
    </p:spTree>
  </p:cSld>
</p:sld>
</file>

<file path=ppt/slides/slide1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178</a:t>
            </a:r>
          </a:p>
        </p:txBody>
      </p:sp>
    </p:spTree>
  </p:cSld>
</p:sld>
</file>

<file path=ppt/slides/slide1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179</a:t>
            </a:r>
          </a:p>
        </p:txBody>
      </p:sp>
    </p:spTree>
  </p:cSld>
</p:sld>
</file>

<file path=ppt/slides/slide1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180</a:t>
            </a:r>
          </a:p>
        </p:txBody>
      </p:sp>
    </p:spTree>
  </p:cSld>
</p:sld>
</file>

<file path=ppt/slides/slide1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181</a:t>
            </a:r>
          </a:p>
        </p:txBody>
      </p:sp>
    </p:spTree>
  </p:cSld>
</p:sld>
</file>

<file path=ppt/slides/slide1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182</a:t>
            </a:r>
          </a:p>
        </p:txBody>
      </p:sp>
    </p:spTree>
  </p:cSld>
</p:sld>
</file>

<file path=ppt/slides/slide1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183</a:t>
            </a:r>
          </a:p>
        </p:txBody>
      </p:sp>
    </p:spTree>
  </p:cSld>
</p:sld>
</file>

<file path=ppt/slides/slide1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184</a:t>
            </a:r>
          </a:p>
        </p:txBody>
      </p:sp>
    </p:spTree>
  </p:cSld>
</p:sld>
</file>

<file path=ppt/slides/slide1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185</a:t>
            </a:r>
          </a:p>
        </p:txBody>
      </p:sp>
    </p:spTree>
  </p:cSld>
</p:sld>
</file>

<file path=ppt/slides/slide1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186</a:t>
            </a:r>
          </a:p>
        </p:txBody>
      </p:sp>
    </p:spTree>
  </p:cSld>
</p:sld>
</file>

<file path=ppt/slides/slide1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187</a:t>
            </a:r>
          </a:p>
        </p:txBody>
      </p:sp>
    </p:spTree>
  </p:cSld>
</p:sld>
</file>

<file path=ppt/slides/slide1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188</a:t>
            </a:r>
          </a:p>
        </p:txBody>
      </p:sp>
    </p:spTree>
  </p:cSld>
</p:sld>
</file>

<file path=ppt/slides/slide1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189</a:t>
            </a:r>
          </a:p>
        </p:txBody>
      </p:sp>
    </p:spTree>
  </p:cSld>
</p:sld>
</file>

<file path=ppt/slides/slide1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190</a:t>
            </a:r>
          </a:p>
        </p:txBody>
      </p:sp>
    </p:spTree>
  </p:cSld>
</p:sld>
</file>

<file path=ppt/slides/slide1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191</a:t>
            </a:r>
          </a:p>
        </p:txBody>
      </p:sp>
    </p:spTree>
  </p:cSld>
</p:sld>
</file>

<file path=ppt/slides/slide1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192</a:t>
            </a:r>
          </a:p>
        </p:txBody>
      </p:sp>
    </p:spTree>
  </p:cSld>
</p:sld>
</file>

<file path=ppt/slides/slide1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193</a:t>
            </a:r>
          </a:p>
        </p:txBody>
      </p:sp>
    </p:spTree>
  </p:cSld>
</p:sld>
</file>

<file path=ppt/slides/slide1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194</a:t>
            </a:r>
          </a:p>
        </p:txBody>
      </p:sp>
    </p:spTree>
  </p:cSld>
</p:sld>
</file>

<file path=ppt/slides/slide1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195</a:t>
            </a:r>
          </a:p>
        </p:txBody>
      </p:sp>
    </p:spTree>
  </p:cSld>
</p:sld>
</file>

<file path=ppt/slides/slide1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196</a:t>
            </a:r>
          </a:p>
        </p:txBody>
      </p:sp>
    </p:spTree>
  </p:cSld>
</p:sld>
</file>

<file path=ppt/slides/slide1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197</a:t>
            </a:r>
          </a:p>
        </p:txBody>
      </p:sp>
    </p:spTree>
  </p:cSld>
</p:sld>
</file>

<file path=ppt/slides/slide1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198</a:t>
            </a:r>
          </a:p>
        </p:txBody>
      </p:sp>
    </p:spTree>
  </p:cSld>
</p:sld>
</file>

<file path=ppt/slides/slide1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199</a:t>
            </a:r>
          </a:p>
        </p:txBody>
      </p:sp>
    </p:spTree>
  </p:cSld>
</p:sld>
</file>

<file path=ppt/slides/slide2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200</a:t>
            </a:r>
          </a:p>
        </p:txBody>
      </p:sp>
    </p:spTree>
  </p:cSld>
</p:sld>
</file>

<file path=ppt/slides/slide20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201</a:t>
            </a:r>
          </a:p>
        </p:txBody>
      </p:sp>
    </p:spTree>
  </p:cSld>
</p:sld>
</file>

<file path=ppt/slides/slide20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202</a:t>
            </a:r>
          </a:p>
        </p:txBody>
      </p:sp>
    </p:spTree>
  </p:cSld>
</p:sld>
</file>

<file path=ppt/slides/slide20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203</a:t>
            </a:r>
          </a:p>
        </p:txBody>
      </p:sp>
    </p:spTree>
  </p:cSld>
</p:sld>
</file>

<file path=ppt/slides/slide20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204</a:t>
            </a:r>
          </a:p>
        </p:txBody>
      </p:sp>
    </p:spTree>
  </p:cSld>
</p:sld>
</file>

<file path=ppt/slides/slide20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205</a:t>
            </a:r>
          </a:p>
        </p:txBody>
      </p:sp>
    </p:spTree>
  </p:cSld>
</p:sld>
</file>

<file path=ppt/slides/slide20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206</a:t>
            </a:r>
          </a:p>
        </p:txBody>
      </p:sp>
    </p:spTree>
  </p:cSld>
</p:sld>
</file>

<file path=ppt/slides/slide20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207</a:t>
            </a:r>
          </a:p>
        </p:txBody>
      </p:sp>
    </p:spTree>
  </p:cSld>
</p:sld>
</file>

<file path=ppt/slides/slide20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208</a:t>
            </a:r>
          </a:p>
        </p:txBody>
      </p:sp>
    </p:spTree>
  </p:cSld>
</p:sld>
</file>

<file path=ppt/slides/slide20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209</a:t>
            </a:r>
          </a:p>
        </p:txBody>
      </p:sp>
    </p:spTree>
  </p:cSld>
</p:sld>
</file>

<file path=ppt/slides/slide2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210</a:t>
            </a:r>
          </a:p>
        </p:txBody>
      </p:sp>
    </p:spTree>
  </p:cSld>
</p:sld>
</file>

<file path=ppt/slides/slide2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211</a:t>
            </a:r>
          </a:p>
        </p:txBody>
      </p:sp>
    </p:spTree>
  </p:cSld>
</p:sld>
</file>

<file path=ppt/slides/slide2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212</a:t>
            </a:r>
          </a:p>
        </p:txBody>
      </p:sp>
    </p:spTree>
  </p:cSld>
</p:sld>
</file>

<file path=ppt/slides/slide2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213</a:t>
            </a:r>
          </a:p>
        </p:txBody>
      </p:sp>
    </p:spTree>
  </p:cSld>
</p:sld>
</file>

<file path=ppt/slides/slide2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214</a:t>
            </a:r>
          </a:p>
        </p:txBody>
      </p:sp>
    </p:spTree>
  </p:cSld>
</p:sld>
</file>

<file path=ppt/slides/slide2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215</a:t>
            </a:r>
          </a:p>
        </p:txBody>
      </p:sp>
    </p:spTree>
  </p:cSld>
</p:sld>
</file>

<file path=ppt/slides/slide2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216</a:t>
            </a:r>
          </a:p>
        </p:txBody>
      </p:sp>
    </p:spTree>
  </p:cSld>
</p:sld>
</file>

<file path=ppt/slides/slide2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217</a:t>
            </a:r>
          </a:p>
        </p:txBody>
      </p:sp>
    </p:spTree>
  </p:cSld>
</p:sld>
</file>

<file path=ppt/slides/slide2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218</a:t>
            </a:r>
          </a:p>
        </p:txBody>
      </p:sp>
    </p:spTree>
  </p:cSld>
</p:sld>
</file>

<file path=ppt/slides/slide2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219</a:t>
            </a:r>
          </a:p>
        </p:txBody>
      </p:sp>
    </p:spTree>
  </p:cSld>
</p:sld>
</file>

<file path=ppt/slides/slide2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220</a:t>
            </a:r>
          </a:p>
        </p:txBody>
      </p:sp>
    </p:spTree>
  </p:cSld>
</p:sld>
</file>

<file path=ppt/slides/slide2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221</a:t>
            </a:r>
          </a:p>
        </p:txBody>
      </p:sp>
    </p:spTree>
  </p:cSld>
</p:sld>
</file>

<file path=ppt/slides/slide2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222</a:t>
            </a:r>
          </a:p>
        </p:txBody>
      </p:sp>
    </p:spTree>
  </p:cSld>
</p:sld>
</file>

<file path=ppt/slides/slide2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223</a:t>
            </a:r>
          </a:p>
        </p:txBody>
      </p:sp>
    </p:spTree>
  </p:cSld>
</p:sld>
</file>

<file path=ppt/slides/slide2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224</a:t>
            </a:r>
          </a:p>
        </p:txBody>
      </p:sp>
    </p:spTree>
  </p:cSld>
</p:sld>
</file>

<file path=ppt/slides/slide2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225</a:t>
            </a:r>
          </a:p>
        </p:txBody>
      </p:sp>
    </p:spTree>
  </p:cSld>
</p:sld>
</file>

<file path=ppt/slides/slide2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226</a:t>
            </a:r>
          </a:p>
        </p:txBody>
      </p:sp>
    </p:spTree>
  </p:cSld>
</p:sld>
</file>

<file path=ppt/slides/slide2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227</a:t>
            </a:r>
          </a:p>
        </p:txBody>
      </p:sp>
    </p:spTree>
  </p:cSld>
</p:sld>
</file>

<file path=ppt/slides/slide2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228</a:t>
            </a:r>
          </a:p>
        </p:txBody>
      </p:sp>
    </p:spTree>
  </p:cSld>
</p:sld>
</file>

<file path=ppt/slides/slide2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229</a:t>
            </a:r>
          </a:p>
        </p:txBody>
      </p:sp>
    </p:spTree>
  </p:cSld>
</p:sld>
</file>

<file path=ppt/slides/slide2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230</a:t>
            </a:r>
          </a:p>
        </p:txBody>
      </p:sp>
    </p:spTree>
  </p:cSld>
</p:sld>
</file>

<file path=ppt/slides/slide2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231</a:t>
            </a:r>
          </a:p>
        </p:txBody>
      </p:sp>
    </p:spTree>
  </p:cSld>
</p:sld>
</file>

<file path=ppt/slides/slide2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232</a:t>
            </a:r>
          </a:p>
        </p:txBody>
      </p:sp>
    </p:spTree>
  </p:cSld>
</p:sld>
</file>

<file path=ppt/slides/slide2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233</a:t>
            </a:r>
          </a:p>
        </p:txBody>
      </p:sp>
    </p:spTree>
  </p:cSld>
</p:sld>
</file>

<file path=ppt/slides/slide2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234</a:t>
            </a:r>
          </a:p>
        </p:txBody>
      </p:sp>
    </p:spTree>
  </p:cSld>
</p:sld>
</file>

<file path=ppt/slides/slide2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235</a:t>
            </a:r>
          </a:p>
        </p:txBody>
      </p:sp>
    </p:spTree>
  </p:cSld>
</p:sld>
</file>

<file path=ppt/slides/slide2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236</a:t>
            </a:r>
          </a:p>
        </p:txBody>
      </p:sp>
    </p:spTree>
  </p:cSld>
</p:sld>
</file>

<file path=ppt/slides/slide2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237</a:t>
            </a:r>
          </a:p>
        </p:txBody>
      </p:sp>
    </p:spTree>
  </p:cSld>
</p:sld>
</file>

<file path=ppt/slides/slide2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238</a:t>
            </a:r>
          </a:p>
        </p:txBody>
      </p:sp>
    </p:spTree>
  </p:cSld>
</p:sld>
</file>

<file path=ppt/slides/slide2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239</a:t>
            </a:r>
          </a:p>
        </p:txBody>
      </p:sp>
    </p:spTree>
  </p:cSld>
</p:sld>
</file>

<file path=ppt/slides/slide2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240</a:t>
            </a:r>
          </a:p>
        </p:txBody>
      </p:sp>
    </p:spTree>
  </p:cSld>
</p:sld>
</file>

<file path=ppt/slides/slide2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241</a:t>
            </a:r>
          </a:p>
        </p:txBody>
      </p:sp>
    </p:spTree>
  </p:cSld>
</p:sld>
</file>

<file path=ppt/slides/slide2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242</a:t>
            </a:r>
          </a:p>
        </p:txBody>
      </p:sp>
    </p:spTree>
  </p:cSld>
</p:sld>
</file>

<file path=ppt/slides/slide2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243</a:t>
            </a:r>
          </a:p>
        </p:txBody>
      </p:sp>
    </p:spTree>
  </p:cSld>
</p:sld>
</file>

<file path=ppt/slides/slide2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244</a:t>
            </a:r>
          </a:p>
        </p:txBody>
      </p:sp>
    </p:spTree>
  </p:cSld>
</p:sld>
</file>

<file path=ppt/slides/slide2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245</a:t>
            </a:r>
          </a:p>
        </p:txBody>
      </p:sp>
    </p:spTree>
  </p:cSld>
</p:sld>
</file>

<file path=ppt/slides/slide2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246</a:t>
            </a:r>
          </a:p>
        </p:txBody>
      </p:sp>
    </p:spTree>
  </p:cSld>
</p:sld>
</file>

<file path=ppt/slides/slide2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247</a:t>
            </a:r>
          </a:p>
        </p:txBody>
      </p:sp>
    </p:spTree>
  </p:cSld>
</p:sld>
</file>

<file path=ppt/slides/slide2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248</a:t>
            </a:r>
          </a:p>
        </p:txBody>
      </p:sp>
    </p:spTree>
  </p:cSld>
</p:sld>
</file>

<file path=ppt/slides/slide2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249</a:t>
            </a:r>
          </a:p>
        </p:txBody>
      </p:sp>
    </p:spTree>
  </p:cSld>
</p:sld>
</file>

<file path=ppt/slides/slide2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250</a:t>
            </a:r>
          </a:p>
        </p:txBody>
      </p:sp>
    </p:spTree>
  </p:cSld>
</p:sld>
</file>

<file path=ppt/slides/slide2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251</a:t>
            </a:r>
          </a:p>
        </p:txBody>
      </p:sp>
    </p:spTree>
  </p:cSld>
</p:sld>
</file>

<file path=ppt/slides/slide2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252</a:t>
            </a:r>
          </a:p>
        </p:txBody>
      </p:sp>
    </p:spTree>
  </p:cSld>
</p:sld>
</file>

<file path=ppt/slides/slide2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253</a:t>
            </a:r>
          </a:p>
        </p:txBody>
      </p:sp>
    </p:spTree>
  </p:cSld>
</p:sld>
</file>

<file path=ppt/slides/slide2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254</a:t>
            </a:r>
          </a:p>
        </p:txBody>
      </p:sp>
    </p:spTree>
  </p:cSld>
</p:sld>
</file>

<file path=ppt/slides/slide2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255</a:t>
            </a:r>
          </a:p>
        </p:txBody>
      </p:sp>
    </p:spTree>
  </p:cSld>
</p:sld>
</file>

<file path=ppt/slides/slide2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256</a:t>
            </a:r>
          </a:p>
        </p:txBody>
      </p:sp>
    </p:spTree>
  </p:cSld>
</p:sld>
</file>

<file path=ppt/slides/slide2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257</a:t>
            </a:r>
          </a:p>
        </p:txBody>
      </p:sp>
    </p:spTree>
  </p:cSld>
</p:sld>
</file>

<file path=ppt/slides/slide2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258</a:t>
            </a:r>
          </a:p>
        </p:txBody>
      </p:sp>
    </p:spTree>
  </p:cSld>
</p:sld>
</file>

<file path=ppt/slides/slide2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259</a:t>
            </a:r>
          </a:p>
        </p:txBody>
      </p:sp>
    </p:spTree>
  </p:cSld>
</p:sld>
</file>

<file path=ppt/slides/slide2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260</a:t>
            </a:r>
          </a:p>
        </p:txBody>
      </p:sp>
    </p:spTree>
  </p:cSld>
</p:sld>
</file>

<file path=ppt/slides/slide2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261</a:t>
            </a:r>
          </a:p>
        </p:txBody>
      </p:sp>
    </p:spTree>
  </p:cSld>
</p:sld>
</file>

<file path=ppt/slides/slide2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262</a:t>
            </a:r>
          </a:p>
        </p:txBody>
      </p:sp>
    </p:spTree>
  </p:cSld>
</p:sld>
</file>

<file path=ppt/slides/slide2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263</a:t>
            </a:r>
          </a:p>
        </p:txBody>
      </p:sp>
    </p:spTree>
  </p:cSld>
</p:sld>
</file>

<file path=ppt/slides/slide2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264</a:t>
            </a:r>
          </a:p>
        </p:txBody>
      </p:sp>
    </p:spTree>
  </p:cSld>
</p:sld>
</file>

<file path=ppt/slides/slide2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265</a:t>
            </a:r>
          </a:p>
        </p:txBody>
      </p:sp>
    </p:spTree>
  </p:cSld>
</p:sld>
</file>

<file path=ppt/slides/slide2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266</a:t>
            </a:r>
          </a:p>
        </p:txBody>
      </p:sp>
    </p:spTree>
  </p:cSld>
</p:sld>
</file>

<file path=ppt/slides/slide2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267</a:t>
            </a:r>
          </a:p>
        </p:txBody>
      </p:sp>
    </p:spTree>
  </p:cSld>
</p:sld>
</file>

<file path=ppt/slides/slide2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268</a:t>
            </a:r>
          </a:p>
        </p:txBody>
      </p:sp>
    </p:spTree>
  </p:cSld>
</p:sld>
</file>

<file path=ppt/slides/slide2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269</a:t>
            </a:r>
          </a:p>
        </p:txBody>
      </p:sp>
    </p:spTree>
  </p:cSld>
</p:sld>
</file>

<file path=ppt/slides/slide2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270</a:t>
            </a:r>
          </a:p>
        </p:txBody>
      </p:sp>
    </p:spTree>
  </p:cSld>
</p:sld>
</file>

<file path=ppt/slides/slide2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271</a:t>
            </a:r>
          </a:p>
        </p:txBody>
      </p:sp>
    </p:spTree>
  </p:cSld>
</p:sld>
</file>

<file path=ppt/slides/slide2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272</a:t>
            </a:r>
          </a:p>
        </p:txBody>
      </p:sp>
    </p:spTree>
  </p:cSld>
</p:sld>
</file>

<file path=ppt/slides/slide2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273</a:t>
            </a:r>
          </a:p>
        </p:txBody>
      </p:sp>
    </p:spTree>
  </p:cSld>
</p:sld>
</file>

<file path=ppt/slides/slide2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274</a:t>
            </a:r>
          </a:p>
        </p:txBody>
      </p:sp>
    </p:spTree>
  </p:cSld>
</p:sld>
</file>

<file path=ppt/slides/slide2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275</a:t>
            </a:r>
          </a:p>
        </p:txBody>
      </p:sp>
    </p:spTree>
  </p:cSld>
</p:sld>
</file>

<file path=ppt/slides/slide2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276</a:t>
            </a:r>
          </a:p>
        </p:txBody>
      </p:sp>
    </p:spTree>
  </p:cSld>
</p:sld>
</file>

<file path=ppt/slides/slide2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277</a:t>
            </a:r>
          </a:p>
        </p:txBody>
      </p:sp>
    </p:spTree>
  </p:cSld>
</p:sld>
</file>

<file path=ppt/slides/slide2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278</a:t>
            </a:r>
          </a:p>
        </p:txBody>
      </p:sp>
    </p:spTree>
  </p:cSld>
</p:sld>
</file>

<file path=ppt/slides/slide2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279</a:t>
            </a:r>
          </a:p>
        </p:txBody>
      </p:sp>
    </p:spTree>
  </p:cSld>
</p:sld>
</file>

<file path=ppt/slides/slide2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280</a:t>
            </a:r>
          </a:p>
        </p:txBody>
      </p:sp>
    </p:spTree>
  </p:cSld>
</p:sld>
</file>

<file path=ppt/slides/slide2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281</a:t>
            </a:r>
          </a:p>
        </p:txBody>
      </p:sp>
    </p:spTree>
  </p:cSld>
</p:sld>
</file>

<file path=ppt/slides/slide2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282</a:t>
            </a:r>
          </a:p>
        </p:txBody>
      </p:sp>
    </p:spTree>
  </p:cSld>
</p:sld>
</file>

<file path=ppt/slides/slide2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283</a:t>
            </a:r>
          </a:p>
        </p:txBody>
      </p:sp>
    </p:spTree>
  </p:cSld>
</p:sld>
</file>

<file path=ppt/slides/slide2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284</a:t>
            </a:r>
          </a:p>
        </p:txBody>
      </p:sp>
    </p:spTree>
  </p:cSld>
</p:sld>
</file>

<file path=ppt/slides/slide2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285</a:t>
            </a:r>
          </a:p>
        </p:txBody>
      </p:sp>
    </p:spTree>
  </p:cSld>
</p:sld>
</file>

<file path=ppt/slides/slide2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286</a:t>
            </a:r>
          </a:p>
        </p:txBody>
      </p:sp>
    </p:spTree>
  </p:cSld>
</p:sld>
</file>

<file path=ppt/slides/slide2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287</a:t>
            </a:r>
          </a:p>
        </p:txBody>
      </p:sp>
    </p:spTree>
  </p:cSld>
</p:sld>
</file>

<file path=ppt/slides/slide2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288</a:t>
            </a:r>
          </a:p>
        </p:txBody>
      </p:sp>
    </p:spTree>
  </p:cSld>
</p:sld>
</file>

<file path=ppt/slides/slide2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289</a:t>
            </a:r>
          </a:p>
        </p:txBody>
      </p:sp>
    </p:spTree>
  </p:cSld>
</p:sld>
</file>

<file path=ppt/slides/slide2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290</a:t>
            </a:r>
          </a:p>
        </p:txBody>
      </p:sp>
    </p:spTree>
  </p:cSld>
</p:sld>
</file>

<file path=ppt/slides/slide2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291</a:t>
            </a:r>
          </a:p>
        </p:txBody>
      </p:sp>
    </p:spTree>
  </p:cSld>
</p:sld>
</file>

<file path=ppt/slides/slide2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292</a:t>
            </a:r>
          </a:p>
        </p:txBody>
      </p:sp>
    </p:spTree>
  </p:cSld>
</p:sld>
</file>

<file path=ppt/slides/slide2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293</a:t>
            </a:r>
          </a:p>
        </p:txBody>
      </p:sp>
    </p:spTree>
  </p:cSld>
</p:sld>
</file>

<file path=ppt/slides/slide2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294</a:t>
            </a:r>
          </a:p>
        </p:txBody>
      </p:sp>
    </p:spTree>
  </p:cSld>
</p:sld>
</file>

<file path=ppt/slides/slide2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295</a:t>
            </a:r>
          </a:p>
        </p:txBody>
      </p:sp>
    </p:spTree>
  </p:cSld>
</p:sld>
</file>

<file path=ppt/slides/slide2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296</a:t>
            </a:r>
          </a:p>
        </p:txBody>
      </p:sp>
    </p:spTree>
  </p:cSld>
</p:sld>
</file>

<file path=ppt/slides/slide2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297</a:t>
            </a:r>
          </a:p>
        </p:txBody>
      </p:sp>
    </p:spTree>
  </p:cSld>
</p:sld>
</file>

<file path=ppt/slides/slide2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298</a:t>
            </a:r>
          </a:p>
        </p:txBody>
      </p:sp>
    </p:spTree>
  </p:cSld>
</p:sld>
</file>

<file path=ppt/slides/slide2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299</a:t>
            </a:r>
          </a:p>
        </p:txBody>
      </p:sp>
    </p:spTree>
  </p:cSld>
</p:sld>
</file>

<file path=ppt/slides/slide3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300</a:t>
            </a:r>
          </a:p>
        </p:txBody>
      </p:sp>
    </p:spTree>
  </p:cSld>
</p:sld>
</file>

<file path=ppt/slides/slide30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301</a:t>
            </a:r>
          </a:p>
        </p:txBody>
      </p:sp>
    </p:spTree>
  </p:cSld>
</p:sld>
</file>

<file path=ppt/slides/slide30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302</a:t>
            </a:r>
          </a:p>
        </p:txBody>
      </p:sp>
    </p:spTree>
  </p:cSld>
</p:sld>
</file>

<file path=ppt/slides/slide30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303</a:t>
            </a:r>
          </a:p>
        </p:txBody>
      </p:sp>
    </p:spTree>
  </p:cSld>
</p:sld>
</file>

<file path=ppt/slides/slide30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304</a:t>
            </a:r>
          </a:p>
        </p:txBody>
      </p:sp>
    </p:spTree>
  </p:cSld>
</p:sld>
</file>

<file path=ppt/slides/slide30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305</a:t>
            </a:r>
          </a:p>
        </p:txBody>
      </p:sp>
    </p:spTree>
  </p:cSld>
</p:sld>
</file>

<file path=ppt/slides/slide30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306</a:t>
            </a:r>
          </a:p>
        </p:txBody>
      </p:sp>
    </p:spTree>
  </p:cSld>
</p:sld>
</file>

<file path=ppt/slides/slide30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307</a:t>
            </a:r>
          </a:p>
        </p:txBody>
      </p:sp>
    </p:spTree>
  </p:cSld>
</p:sld>
</file>

<file path=ppt/slides/slide30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308</a:t>
            </a:r>
          </a:p>
        </p:txBody>
      </p:sp>
    </p:spTree>
  </p:cSld>
</p:sld>
</file>

<file path=ppt/slides/slide30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309</a:t>
            </a:r>
          </a:p>
        </p:txBody>
      </p:sp>
    </p:spTree>
  </p:cSld>
</p:sld>
</file>

<file path=ppt/slides/slide3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310</a:t>
            </a:r>
          </a:p>
        </p:txBody>
      </p:sp>
    </p:spTree>
  </p:cSld>
</p:sld>
</file>

<file path=ppt/slides/slide3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311</a:t>
            </a:r>
          </a:p>
        </p:txBody>
      </p:sp>
    </p:spTree>
  </p:cSld>
</p:sld>
</file>

<file path=ppt/slides/slide3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312</a:t>
            </a:r>
          </a:p>
        </p:txBody>
      </p:sp>
    </p:spTree>
  </p:cSld>
</p:sld>
</file>

<file path=ppt/slides/slide3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313</a:t>
            </a:r>
          </a:p>
        </p:txBody>
      </p:sp>
    </p:spTree>
  </p:cSld>
</p:sld>
</file>

<file path=ppt/slides/slide3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314</a:t>
            </a:r>
          </a:p>
        </p:txBody>
      </p:sp>
    </p:spTree>
  </p:cSld>
</p:sld>
</file>

<file path=ppt/slides/slide3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315</a:t>
            </a:r>
          </a:p>
        </p:txBody>
      </p:sp>
    </p:spTree>
  </p:cSld>
</p:sld>
</file>

<file path=ppt/slides/slide3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316</a:t>
            </a:r>
          </a:p>
        </p:txBody>
      </p:sp>
    </p:spTree>
  </p:cSld>
</p:sld>
</file>

<file path=ppt/slides/slide3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317</a:t>
            </a:r>
          </a:p>
        </p:txBody>
      </p:sp>
    </p:spTree>
  </p:cSld>
</p:sld>
</file>

<file path=ppt/slides/slide3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318</a:t>
            </a:r>
          </a:p>
        </p:txBody>
      </p:sp>
    </p:spTree>
  </p:cSld>
</p:sld>
</file>

<file path=ppt/slides/slide3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319</a:t>
            </a:r>
          </a:p>
        </p:txBody>
      </p:sp>
    </p:spTree>
  </p:cSld>
</p:sld>
</file>

<file path=ppt/slides/slide3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320</a:t>
            </a:r>
          </a:p>
        </p:txBody>
      </p:sp>
    </p:spTree>
  </p:cSld>
</p:sld>
</file>

<file path=ppt/slides/slide3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321</a:t>
            </a:r>
          </a:p>
        </p:txBody>
      </p:sp>
    </p:spTree>
  </p:cSld>
</p:sld>
</file>

<file path=ppt/slides/slide3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322</a:t>
            </a:r>
          </a:p>
        </p:txBody>
      </p:sp>
    </p:spTree>
  </p:cSld>
</p:sld>
</file>

<file path=ppt/slides/slide3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323</a:t>
            </a:r>
          </a:p>
        </p:txBody>
      </p:sp>
    </p:spTree>
  </p:cSld>
</p:sld>
</file>

<file path=ppt/slides/slide3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324</a:t>
            </a:r>
          </a:p>
        </p:txBody>
      </p:sp>
    </p:spTree>
  </p:cSld>
</p:sld>
</file>

<file path=ppt/slides/slide3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325</a:t>
            </a:r>
          </a:p>
        </p:txBody>
      </p:sp>
    </p:spTree>
  </p:cSld>
</p:sld>
</file>

<file path=ppt/slides/slide3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326</a:t>
            </a:r>
          </a:p>
        </p:txBody>
      </p:sp>
    </p:spTree>
  </p:cSld>
</p:sld>
</file>

<file path=ppt/slides/slide3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327</a:t>
            </a:r>
          </a:p>
        </p:txBody>
      </p:sp>
    </p:spTree>
  </p:cSld>
</p:sld>
</file>

<file path=ppt/slides/slide3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328</a:t>
            </a:r>
          </a:p>
        </p:txBody>
      </p:sp>
    </p:spTree>
  </p:cSld>
</p:sld>
</file>

<file path=ppt/slides/slide3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329</a:t>
            </a:r>
          </a:p>
        </p:txBody>
      </p:sp>
    </p:spTree>
  </p:cSld>
</p:sld>
</file>

<file path=ppt/slides/slide3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330</a:t>
            </a:r>
          </a:p>
        </p:txBody>
      </p:sp>
    </p:spTree>
  </p:cSld>
</p:sld>
</file>

<file path=ppt/slides/slide3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331</a:t>
            </a:r>
          </a:p>
        </p:txBody>
      </p:sp>
    </p:spTree>
  </p:cSld>
</p:sld>
</file>

<file path=ppt/slides/slide3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332</a:t>
            </a:r>
          </a:p>
        </p:txBody>
      </p:sp>
    </p:spTree>
  </p:cSld>
</p:sld>
</file>

<file path=ppt/slides/slide3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333</a:t>
            </a:r>
          </a:p>
        </p:txBody>
      </p:sp>
    </p:spTree>
  </p:cSld>
</p:sld>
</file>

<file path=ppt/slides/slide3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334</a:t>
            </a:r>
          </a:p>
        </p:txBody>
      </p:sp>
    </p:spTree>
  </p:cSld>
</p:sld>
</file>

<file path=ppt/slides/slide3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335</a:t>
            </a:r>
          </a:p>
        </p:txBody>
      </p:sp>
    </p:spTree>
  </p:cSld>
</p:sld>
</file>

<file path=ppt/slides/slide3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336</a:t>
            </a:r>
          </a:p>
        </p:txBody>
      </p:sp>
    </p:spTree>
  </p:cSld>
</p:sld>
</file>

<file path=ppt/slides/slide3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337</a:t>
            </a:r>
          </a:p>
        </p:txBody>
      </p:sp>
    </p:spTree>
  </p:cSld>
</p:sld>
</file>

<file path=ppt/slides/slide3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338</a:t>
            </a:r>
          </a:p>
        </p:txBody>
      </p:sp>
    </p:spTree>
  </p:cSld>
</p:sld>
</file>

<file path=ppt/slides/slide3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339</a:t>
            </a:r>
          </a:p>
        </p:txBody>
      </p:sp>
    </p:spTree>
  </p:cSld>
</p:sld>
</file>

<file path=ppt/slides/slide3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340</a:t>
            </a:r>
          </a:p>
        </p:txBody>
      </p:sp>
    </p:spTree>
  </p:cSld>
</p:sld>
</file>

<file path=ppt/slides/slide3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341</a:t>
            </a:r>
          </a:p>
        </p:txBody>
      </p:sp>
    </p:spTree>
  </p:cSld>
</p:sld>
</file>

<file path=ppt/slides/slide3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342</a:t>
            </a:r>
          </a:p>
        </p:txBody>
      </p:sp>
    </p:spTree>
  </p:cSld>
</p:sld>
</file>

<file path=ppt/slides/slide3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343</a:t>
            </a:r>
          </a:p>
        </p:txBody>
      </p:sp>
    </p:spTree>
  </p:cSld>
</p:sld>
</file>

<file path=ppt/slides/slide3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344</a:t>
            </a:r>
          </a:p>
        </p:txBody>
      </p:sp>
    </p:spTree>
  </p:cSld>
</p:sld>
</file>

<file path=ppt/slides/slide3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345</a:t>
            </a:r>
          </a:p>
        </p:txBody>
      </p:sp>
    </p:spTree>
  </p:cSld>
</p:sld>
</file>

<file path=ppt/slides/slide3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346</a:t>
            </a:r>
          </a:p>
        </p:txBody>
      </p:sp>
    </p:spTree>
  </p:cSld>
</p:sld>
</file>

<file path=ppt/slides/slide3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347</a:t>
            </a:r>
          </a:p>
        </p:txBody>
      </p:sp>
    </p:spTree>
  </p:cSld>
</p:sld>
</file>

<file path=ppt/slides/slide3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348</a:t>
            </a:r>
          </a:p>
        </p:txBody>
      </p:sp>
    </p:spTree>
  </p:cSld>
</p:sld>
</file>

<file path=ppt/slides/slide3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349</a:t>
            </a:r>
          </a:p>
        </p:txBody>
      </p:sp>
    </p:spTree>
  </p:cSld>
</p:sld>
</file>

<file path=ppt/slides/slide3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350</a:t>
            </a:r>
          </a:p>
        </p:txBody>
      </p:sp>
    </p:spTree>
  </p:cSld>
</p:sld>
</file>

<file path=ppt/slides/slide3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351</a:t>
            </a:r>
          </a:p>
        </p:txBody>
      </p:sp>
    </p:spTree>
  </p:cSld>
</p:sld>
</file>

<file path=ppt/slides/slide3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352</a:t>
            </a:r>
          </a:p>
        </p:txBody>
      </p:sp>
    </p:spTree>
  </p:cSld>
</p:sld>
</file>

<file path=ppt/slides/slide3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353</a:t>
            </a:r>
          </a:p>
        </p:txBody>
      </p:sp>
    </p:spTree>
  </p:cSld>
</p:sld>
</file>

<file path=ppt/slides/slide3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354</a:t>
            </a:r>
          </a:p>
        </p:txBody>
      </p:sp>
    </p:spTree>
  </p:cSld>
</p:sld>
</file>

<file path=ppt/slides/slide3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355</a:t>
            </a:r>
          </a:p>
        </p:txBody>
      </p:sp>
    </p:spTree>
  </p:cSld>
</p:sld>
</file>

<file path=ppt/slides/slide3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356</a:t>
            </a:r>
          </a:p>
        </p:txBody>
      </p:sp>
    </p:spTree>
  </p:cSld>
</p:sld>
</file>

<file path=ppt/slides/slide3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357</a:t>
            </a:r>
          </a:p>
        </p:txBody>
      </p:sp>
    </p:spTree>
  </p:cSld>
</p:sld>
</file>

<file path=ppt/slides/slide3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358</a:t>
            </a:r>
          </a:p>
        </p:txBody>
      </p:sp>
    </p:spTree>
  </p:cSld>
</p:sld>
</file>

<file path=ppt/slides/slide3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359</a:t>
            </a:r>
          </a:p>
        </p:txBody>
      </p:sp>
    </p:spTree>
  </p:cSld>
</p:sld>
</file>

<file path=ppt/slides/slide3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360</a:t>
            </a:r>
          </a:p>
        </p:txBody>
      </p:sp>
    </p:spTree>
  </p:cSld>
</p:sld>
</file>

<file path=ppt/slides/slide3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361</a:t>
            </a:r>
          </a:p>
        </p:txBody>
      </p:sp>
    </p:spTree>
  </p:cSld>
</p:sld>
</file>

<file path=ppt/slides/slide3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362</a:t>
            </a:r>
          </a:p>
        </p:txBody>
      </p:sp>
    </p:spTree>
  </p:cSld>
</p:sld>
</file>

<file path=ppt/slides/slide3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363</a:t>
            </a:r>
          </a:p>
        </p:txBody>
      </p:sp>
    </p:spTree>
  </p:cSld>
</p:sld>
</file>

<file path=ppt/slides/slide3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364</a:t>
            </a:r>
          </a:p>
        </p:txBody>
      </p:sp>
    </p:spTree>
  </p:cSld>
</p:sld>
</file>

<file path=ppt/slides/slide3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365</a:t>
            </a:r>
          </a:p>
        </p:txBody>
      </p:sp>
    </p:spTree>
  </p:cSld>
</p:sld>
</file>

<file path=ppt/slides/slide3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366</a:t>
            </a:r>
          </a:p>
        </p:txBody>
      </p:sp>
    </p:spTree>
  </p:cSld>
</p:sld>
</file>

<file path=ppt/slides/slide3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367</a:t>
            </a:r>
          </a:p>
        </p:txBody>
      </p:sp>
    </p:spTree>
  </p:cSld>
</p:sld>
</file>

<file path=ppt/slides/slide3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368</a:t>
            </a:r>
          </a:p>
        </p:txBody>
      </p:sp>
    </p:spTree>
  </p:cSld>
</p:sld>
</file>

<file path=ppt/slides/slide3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369</a:t>
            </a:r>
          </a:p>
        </p:txBody>
      </p:sp>
    </p:spTree>
  </p:cSld>
</p:sld>
</file>

<file path=ppt/slides/slide3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370</a:t>
            </a:r>
          </a:p>
        </p:txBody>
      </p:sp>
    </p:spTree>
  </p:cSld>
</p:sld>
</file>

<file path=ppt/slides/slide3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371</a:t>
            </a:r>
          </a:p>
        </p:txBody>
      </p:sp>
    </p:spTree>
  </p:cSld>
</p:sld>
</file>

<file path=ppt/slides/slide3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372</a:t>
            </a:r>
          </a:p>
        </p:txBody>
      </p:sp>
    </p:spTree>
  </p:cSld>
</p:sld>
</file>

<file path=ppt/slides/slide3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373</a:t>
            </a:r>
          </a:p>
        </p:txBody>
      </p:sp>
    </p:spTree>
  </p:cSld>
</p:sld>
</file>

<file path=ppt/slides/slide3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374</a:t>
            </a:r>
          </a:p>
        </p:txBody>
      </p:sp>
    </p:spTree>
  </p:cSld>
</p:sld>
</file>

<file path=ppt/slides/slide3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375</a:t>
            </a:r>
          </a:p>
        </p:txBody>
      </p:sp>
    </p:spTree>
  </p:cSld>
</p:sld>
</file>

<file path=ppt/slides/slide3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376</a:t>
            </a:r>
          </a:p>
        </p:txBody>
      </p:sp>
    </p:spTree>
  </p:cSld>
</p:sld>
</file>

<file path=ppt/slides/slide3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377</a:t>
            </a:r>
          </a:p>
        </p:txBody>
      </p:sp>
    </p:spTree>
  </p:cSld>
</p:sld>
</file>

<file path=ppt/slides/slide3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378</a:t>
            </a:r>
          </a:p>
        </p:txBody>
      </p:sp>
    </p:spTree>
  </p:cSld>
</p:sld>
</file>

<file path=ppt/slides/slide3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379</a:t>
            </a:r>
          </a:p>
        </p:txBody>
      </p:sp>
    </p:spTree>
  </p:cSld>
</p:sld>
</file>

<file path=ppt/slides/slide3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380</a:t>
            </a:r>
          </a:p>
        </p:txBody>
      </p:sp>
    </p:spTree>
  </p:cSld>
</p:sld>
</file>

<file path=ppt/slides/slide3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381</a:t>
            </a:r>
          </a:p>
        </p:txBody>
      </p:sp>
    </p:spTree>
  </p:cSld>
</p:sld>
</file>

<file path=ppt/slides/slide3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382</a:t>
            </a:r>
          </a:p>
        </p:txBody>
      </p:sp>
    </p:spTree>
  </p:cSld>
</p:sld>
</file>

<file path=ppt/slides/slide3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383</a:t>
            </a:r>
          </a:p>
        </p:txBody>
      </p:sp>
    </p:spTree>
  </p:cSld>
</p:sld>
</file>

<file path=ppt/slides/slide3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384</a:t>
            </a:r>
          </a:p>
        </p:txBody>
      </p:sp>
    </p:spTree>
  </p:cSld>
</p:sld>
</file>

<file path=ppt/slides/slide3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385</a:t>
            </a:r>
          </a:p>
        </p:txBody>
      </p:sp>
    </p:spTree>
  </p:cSld>
</p:sld>
</file>

<file path=ppt/slides/slide3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386</a:t>
            </a:r>
          </a:p>
        </p:txBody>
      </p:sp>
    </p:spTree>
  </p:cSld>
</p:sld>
</file>

<file path=ppt/slides/slide3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387</a:t>
            </a:r>
          </a:p>
        </p:txBody>
      </p:sp>
    </p:spTree>
  </p:cSld>
</p:sld>
</file>

<file path=ppt/slides/slide3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388</a:t>
            </a:r>
          </a:p>
        </p:txBody>
      </p:sp>
    </p:spTree>
  </p:cSld>
</p:sld>
</file>

<file path=ppt/slides/slide3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389</a:t>
            </a:r>
          </a:p>
        </p:txBody>
      </p:sp>
    </p:spTree>
  </p:cSld>
</p:sld>
</file>

<file path=ppt/slides/slide3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390</a:t>
            </a:r>
          </a:p>
        </p:txBody>
      </p:sp>
    </p:spTree>
  </p:cSld>
</p:sld>
</file>

<file path=ppt/slides/slide3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391</a:t>
            </a:r>
          </a:p>
        </p:txBody>
      </p:sp>
    </p:spTree>
  </p:cSld>
</p:sld>
</file>

<file path=ppt/slides/slide3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392</a:t>
            </a:r>
          </a:p>
        </p:txBody>
      </p:sp>
    </p:spTree>
  </p:cSld>
</p:sld>
</file>

<file path=ppt/slides/slide3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393</a:t>
            </a:r>
          </a:p>
        </p:txBody>
      </p:sp>
    </p:spTree>
  </p:cSld>
</p:sld>
</file>

<file path=ppt/slides/slide3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394</a:t>
            </a:r>
          </a:p>
        </p:txBody>
      </p:sp>
    </p:spTree>
  </p:cSld>
</p:sld>
</file>

<file path=ppt/slides/slide3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395</a:t>
            </a:r>
          </a:p>
        </p:txBody>
      </p:sp>
    </p:spTree>
  </p:cSld>
</p:sld>
</file>

<file path=ppt/slides/slide3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396</a:t>
            </a:r>
          </a:p>
        </p:txBody>
      </p:sp>
    </p:spTree>
  </p:cSld>
</p:sld>
</file>

<file path=ppt/slides/slide3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397</a:t>
            </a:r>
          </a:p>
        </p:txBody>
      </p:sp>
    </p:spTree>
  </p:cSld>
</p:sld>
</file>

<file path=ppt/slides/slide3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398</a:t>
            </a:r>
          </a:p>
        </p:txBody>
      </p:sp>
    </p:spTree>
  </p:cSld>
</p:sld>
</file>

<file path=ppt/slides/slide3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399</a:t>
            </a:r>
          </a:p>
        </p:txBody>
      </p:sp>
    </p:spTree>
  </p:cSld>
</p:sld>
</file>

<file path=ppt/slides/slide4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400</a:t>
            </a:r>
          </a:p>
        </p:txBody>
      </p:sp>
    </p:spTree>
  </p:cSld>
</p:sld>
</file>

<file path=ppt/slides/slide40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401</a:t>
            </a:r>
          </a:p>
        </p:txBody>
      </p:sp>
    </p:spTree>
  </p:cSld>
</p:sld>
</file>

<file path=ppt/slides/slide40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402</a:t>
            </a:r>
          </a:p>
        </p:txBody>
      </p:sp>
    </p:spTree>
  </p:cSld>
</p:sld>
</file>

<file path=ppt/slides/slide40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403</a:t>
            </a:r>
          </a:p>
        </p:txBody>
      </p:sp>
    </p:spTree>
  </p:cSld>
</p:sld>
</file>

<file path=ppt/slides/slide40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404</a:t>
            </a:r>
          </a:p>
        </p:txBody>
      </p:sp>
    </p:spTree>
  </p:cSld>
</p:sld>
</file>

<file path=ppt/slides/slide40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405</a:t>
            </a:r>
          </a:p>
        </p:txBody>
      </p:sp>
    </p:spTree>
  </p:cSld>
</p:sld>
</file>

<file path=ppt/slides/slide40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406</a:t>
            </a:r>
          </a:p>
        </p:txBody>
      </p:sp>
    </p:spTree>
  </p:cSld>
</p:sld>
</file>

<file path=ppt/slides/slide40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407</a:t>
            </a:r>
          </a:p>
        </p:txBody>
      </p:sp>
    </p:spTree>
  </p:cSld>
</p:sld>
</file>

<file path=ppt/slides/slide40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408</a:t>
            </a:r>
          </a:p>
        </p:txBody>
      </p:sp>
    </p:spTree>
  </p:cSld>
</p:sld>
</file>

<file path=ppt/slides/slide40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409</a:t>
            </a:r>
          </a:p>
        </p:txBody>
      </p:sp>
    </p:spTree>
  </p:cSld>
</p:sld>
</file>

<file path=ppt/slides/slide4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410</a:t>
            </a:r>
          </a:p>
        </p:txBody>
      </p:sp>
    </p:spTree>
  </p:cSld>
</p:sld>
</file>

<file path=ppt/slides/slide4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411</a:t>
            </a:r>
          </a:p>
        </p:txBody>
      </p:sp>
    </p:spTree>
  </p:cSld>
</p:sld>
</file>

<file path=ppt/slides/slide4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412</a:t>
            </a:r>
          </a:p>
        </p:txBody>
      </p:sp>
    </p:spTree>
  </p:cSld>
</p:sld>
</file>

<file path=ppt/slides/slide4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413</a:t>
            </a:r>
          </a:p>
        </p:txBody>
      </p:sp>
    </p:spTree>
  </p:cSld>
</p:sld>
</file>

<file path=ppt/slides/slide4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414</a:t>
            </a:r>
          </a:p>
        </p:txBody>
      </p:sp>
    </p:spTree>
  </p:cSld>
</p:sld>
</file>

<file path=ppt/slides/slide4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415</a:t>
            </a:r>
          </a:p>
        </p:txBody>
      </p:sp>
    </p:spTree>
  </p:cSld>
</p:sld>
</file>

<file path=ppt/slides/slide4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416</a:t>
            </a:r>
          </a:p>
        </p:txBody>
      </p:sp>
    </p:spTree>
  </p:cSld>
</p:sld>
</file>

<file path=ppt/slides/slide4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417</a:t>
            </a:r>
          </a:p>
        </p:txBody>
      </p:sp>
    </p:spTree>
  </p:cSld>
</p:sld>
</file>

<file path=ppt/slides/slide4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418</a:t>
            </a:r>
          </a:p>
        </p:txBody>
      </p:sp>
    </p:spTree>
  </p:cSld>
</p:sld>
</file>

<file path=ppt/slides/slide4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419</a:t>
            </a:r>
          </a:p>
        </p:txBody>
      </p:sp>
    </p:spTree>
  </p:cSld>
</p:sld>
</file>

<file path=ppt/slides/slide4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420</a:t>
            </a:r>
          </a:p>
        </p:txBody>
      </p:sp>
    </p:spTree>
  </p:cSld>
</p:sld>
</file>

<file path=ppt/slides/slide4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421</a:t>
            </a:r>
          </a:p>
        </p:txBody>
      </p:sp>
    </p:spTree>
  </p:cSld>
</p:sld>
</file>

<file path=ppt/slides/slide4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422</a:t>
            </a:r>
          </a:p>
        </p:txBody>
      </p:sp>
    </p:spTree>
  </p:cSld>
</p:sld>
</file>

<file path=ppt/slides/slide4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423</a:t>
            </a:r>
          </a:p>
        </p:txBody>
      </p:sp>
    </p:spTree>
  </p:cSld>
</p:sld>
</file>

<file path=ppt/slides/slide4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424</a:t>
            </a:r>
          </a:p>
        </p:txBody>
      </p:sp>
    </p:spTree>
  </p:cSld>
</p:sld>
</file>

<file path=ppt/slides/slide4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425</a:t>
            </a:r>
          </a:p>
        </p:txBody>
      </p:sp>
    </p:spTree>
  </p:cSld>
</p:sld>
</file>

<file path=ppt/slides/slide4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426</a:t>
            </a:r>
          </a:p>
        </p:txBody>
      </p:sp>
    </p:spTree>
  </p:cSld>
</p:sld>
</file>

<file path=ppt/slides/slide4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427</a:t>
            </a:r>
          </a:p>
        </p:txBody>
      </p:sp>
    </p:spTree>
  </p:cSld>
</p:sld>
</file>

<file path=ppt/slides/slide4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428</a:t>
            </a:r>
          </a:p>
        </p:txBody>
      </p:sp>
    </p:spTree>
  </p:cSld>
</p:sld>
</file>

<file path=ppt/slides/slide4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429</a:t>
            </a:r>
          </a:p>
        </p:txBody>
      </p:sp>
    </p:spTree>
  </p:cSld>
</p:sld>
</file>

<file path=ppt/slides/slide4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430</a:t>
            </a:r>
          </a:p>
        </p:txBody>
      </p:sp>
    </p:spTree>
  </p:cSld>
</p:sld>
</file>

<file path=ppt/slides/slide4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431</a:t>
            </a:r>
          </a:p>
        </p:txBody>
      </p:sp>
    </p:spTree>
  </p:cSld>
</p:sld>
</file>

<file path=ppt/slides/slide4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432</a:t>
            </a:r>
          </a:p>
        </p:txBody>
      </p:sp>
    </p:spTree>
  </p:cSld>
</p:sld>
</file>

<file path=ppt/slides/slide4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433</a:t>
            </a:r>
          </a:p>
        </p:txBody>
      </p:sp>
    </p:spTree>
  </p:cSld>
</p:sld>
</file>

<file path=ppt/slides/slide4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434</a:t>
            </a:r>
          </a:p>
        </p:txBody>
      </p:sp>
    </p:spTree>
  </p:cSld>
</p:sld>
</file>

<file path=ppt/slides/slide4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435</a:t>
            </a:r>
          </a:p>
        </p:txBody>
      </p:sp>
    </p:spTree>
  </p:cSld>
</p:sld>
</file>

<file path=ppt/slides/slide4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436</a:t>
            </a:r>
          </a:p>
        </p:txBody>
      </p:sp>
    </p:spTree>
  </p:cSld>
</p:sld>
</file>

<file path=ppt/slides/slide4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437</a:t>
            </a:r>
          </a:p>
        </p:txBody>
      </p:sp>
    </p:spTree>
  </p:cSld>
</p:sld>
</file>

<file path=ppt/slides/slide4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438</a:t>
            </a:r>
          </a:p>
        </p:txBody>
      </p:sp>
    </p:spTree>
  </p:cSld>
</p:sld>
</file>

<file path=ppt/slides/slide4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439</a:t>
            </a:r>
          </a:p>
        </p:txBody>
      </p:sp>
    </p:spTree>
  </p:cSld>
</p:sld>
</file>

<file path=ppt/slides/slide4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440</a:t>
            </a:r>
          </a:p>
        </p:txBody>
      </p:sp>
    </p:spTree>
  </p:cSld>
</p:sld>
</file>

<file path=ppt/slides/slide4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441</a:t>
            </a:r>
          </a:p>
        </p:txBody>
      </p:sp>
    </p:spTree>
  </p:cSld>
</p:sld>
</file>

<file path=ppt/slides/slide4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442</a:t>
            </a:r>
          </a:p>
        </p:txBody>
      </p:sp>
    </p:spTree>
  </p:cSld>
</p:sld>
</file>

<file path=ppt/slides/slide4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443</a:t>
            </a:r>
          </a:p>
        </p:txBody>
      </p:sp>
    </p:spTree>
  </p:cSld>
</p:sld>
</file>

<file path=ppt/slides/slide4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444</a:t>
            </a:r>
          </a:p>
        </p:txBody>
      </p:sp>
    </p:spTree>
  </p:cSld>
</p:sld>
</file>

<file path=ppt/slides/slide4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445</a:t>
            </a:r>
          </a:p>
        </p:txBody>
      </p:sp>
    </p:spTree>
  </p:cSld>
</p:sld>
</file>

<file path=ppt/slides/slide4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446</a:t>
            </a:r>
          </a:p>
        </p:txBody>
      </p:sp>
    </p:spTree>
  </p:cSld>
</p:sld>
</file>

<file path=ppt/slides/slide4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447</a:t>
            </a:r>
          </a:p>
        </p:txBody>
      </p:sp>
    </p:spTree>
  </p:cSld>
</p:sld>
</file>

<file path=ppt/slides/slide4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448</a:t>
            </a:r>
          </a:p>
        </p:txBody>
      </p:sp>
    </p:spTree>
  </p:cSld>
</p:sld>
</file>

<file path=ppt/slides/slide4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449</a:t>
            </a:r>
          </a:p>
        </p:txBody>
      </p:sp>
    </p:spTree>
  </p:cSld>
</p:sld>
</file>

<file path=ppt/slides/slide4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450</a:t>
            </a:r>
          </a:p>
        </p:txBody>
      </p:sp>
    </p:spTree>
  </p:cSld>
</p:sld>
</file>

<file path=ppt/slides/slide4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451</a:t>
            </a:r>
          </a:p>
        </p:txBody>
      </p:sp>
    </p:spTree>
  </p:cSld>
</p:sld>
</file>

<file path=ppt/slides/slide4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452</a:t>
            </a:r>
          </a:p>
        </p:txBody>
      </p:sp>
    </p:spTree>
  </p:cSld>
</p:sld>
</file>

<file path=ppt/slides/slide4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453</a:t>
            </a:r>
          </a:p>
        </p:txBody>
      </p:sp>
    </p:spTree>
  </p:cSld>
</p:sld>
</file>

<file path=ppt/slides/slide4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454</a:t>
            </a:r>
          </a:p>
        </p:txBody>
      </p:sp>
    </p:spTree>
  </p:cSld>
</p:sld>
</file>

<file path=ppt/slides/slide4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455</a:t>
            </a:r>
          </a:p>
        </p:txBody>
      </p:sp>
    </p:spTree>
  </p:cSld>
</p:sld>
</file>

<file path=ppt/slides/slide4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456</a:t>
            </a:r>
          </a:p>
        </p:txBody>
      </p:sp>
    </p:spTree>
  </p:cSld>
</p:sld>
</file>

<file path=ppt/slides/slide4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457</a:t>
            </a:r>
          </a:p>
        </p:txBody>
      </p:sp>
    </p:spTree>
  </p:cSld>
</p:sld>
</file>

<file path=ppt/slides/slide4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458</a:t>
            </a:r>
          </a:p>
        </p:txBody>
      </p:sp>
    </p:spTree>
  </p:cSld>
</p:sld>
</file>

<file path=ppt/slides/slide4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459</a:t>
            </a:r>
          </a:p>
        </p:txBody>
      </p:sp>
    </p:spTree>
  </p:cSld>
</p:sld>
</file>

<file path=ppt/slides/slide4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460</a:t>
            </a:r>
          </a:p>
        </p:txBody>
      </p:sp>
    </p:spTree>
  </p:cSld>
</p:sld>
</file>

<file path=ppt/slides/slide4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461</a:t>
            </a:r>
          </a:p>
        </p:txBody>
      </p:sp>
    </p:spTree>
  </p:cSld>
</p:sld>
</file>

<file path=ppt/slides/slide4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462</a:t>
            </a:r>
          </a:p>
        </p:txBody>
      </p:sp>
    </p:spTree>
  </p:cSld>
</p:sld>
</file>

<file path=ppt/slides/slide4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463</a:t>
            </a:r>
          </a:p>
        </p:txBody>
      </p:sp>
    </p:spTree>
  </p:cSld>
</p:sld>
</file>

<file path=ppt/slides/slide4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464</a:t>
            </a:r>
          </a:p>
        </p:txBody>
      </p:sp>
    </p:spTree>
  </p:cSld>
</p:sld>
</file>

<file path=ppt/slides/slide4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465</a:t>
            </a:r>
          </a:p>
        </p:txBody>
      </p:sp>
    </p:spTree>
  </p:cSld>
</p:sld>
</file>

<file path=ppt/slides/slide4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466</a:t>
            </a:r>
          </a:p>
        </p:txBody>
      </p:sp>
    </p:spTree>
  </p:cSld>
</p:sld>
</file>

<file path=ppt/slides/slide4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467</a:t>
            </a:r>
          </a:p>
        </p:txBody>
      </p:sp>
    </p:spTree>
  </p:cSld>
</p:sld>
</file>

<file path=ppt/slides/slide4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468</a:t>
            </a:r>
          </a:p>
        </p:txBody>
      </p:sp>
    </p:spTree>
  </p:cSld>
</p:sld>
</file>

<file path=ppt/slides/slide4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469</a:t>
            </a:r>
          </a:p>
        </p:txBody>
      </p:sp>
    </p:spTree>
  </p:cSld>
</p:sld>
</file>

<file path=ppt/slides/slide4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470</a:t>
            </a:r>
          </a:p>
        </p:txBody>
      </p:sp>
    </p:spTree>
  </p:cSld>
</p:sld>
</file>

<file path=ppt/slides/slide4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471</a:t>
            </a:r>
          </a:p>
        </p:txBody>
      </p:sp>
    </p:spTree>
  </p:cSld>
</p:sld>
</file>

<file path=ppt/slides/slide4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472</a:t>
            </a:r>
          </a:p>
        </p:txBody>
      </p:sp>
    </p:spTree>
  </p:cSld>
</p:sld>
</file>

<file path=ppt/slides/slide4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473</a:t>
            </a:r>
          </a:p>
        </p:txBody>
      </p:sp>
    </p:spTree>
  </p:cSld>
</p:sld>
</file>

<file path=ppt/slides/slide4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474</a:t>
            </a:r>
          </a:p>
        </p:txBody>
      </p:sp>
    </p:spTree>
  </p:cSld>
</p:sld>
</file>

<file path=ppt/slides/slide4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475</a:t>
            </a:r>
          </a:p>
        </p:txBody>
      </p:sp>
    </p:spTree>
  </p:cSld>
</p:sld>
</file>

<file path=ppt/slides/slide4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476</a:t>
            </a:r>
          </a:p>
        </p:txBody>
      </p:sp>
    </p:spTree>
  </p:cSld>
</p:sld>
</file>

<file path=ppt/slides/slide4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477</a:t>
            </a:r>
          </a:p>
        </p:txBody>
      </p:sp>
    </p:spTree>
  </p:cSld>
</p:sld>
</file>

<file path=ppt/slides/slide4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478</a:t>
            </a:r>
          </a:p>
        </p:txBody>
      </p:sp>
    </p:spTree>
  </p:cSld>
</p:sld>
</file>

<file path=ppt/slides/slide4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479</a:t>
            </a:r>
          </a:p>
        </p:txBody>
      </p:sp>
    </p:spTree>
  </p:cSld>
</p:sld>
</file>

<file path=ppt/slides/slide4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480</a:t>
            </a:r>
          </a:p>
        </p:txBody>
      </p:sp>
    </p:spTree>
  </p:cSld>
</p:sld>
</file>

<file path=ppt/slides/slide4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481</a:t>
            </a:r>
          </a:p>
        </p:txBody>
      </p:sp>
    </p:spTree>
  </p:cSld>
</p:sld>
</file>

<file path=ppt/slides/slide4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482</a:t>
            </a:r>
          </a:p>
        </p:txBody>
      </p:sp>
    </p:spTree>
  </p:cSld>
</p:sld>
</file>

<file path=ppt/slides/slide4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483</a:t>
            </a:r>
          </a:p>
        </p:txBody>
      </p:sp>
    </p:spTree>
  </p:cSld>
</p:sld>
</file>

<file path=ppt/slides/slide4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484</a:t>
            </a:r>
          </a:p>
        </p:txBody>
      </p:sp>
    </p:spTree>
  </p:cSld>
</p:sld>
</file>

<file path=ppt/slides/slide4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485</a:t>
            </a:r>
          </a:p>
        </p:txBody>
      </p:sp>
    </p:spTree>
  </p:cSld>
</p:sld>
</file>

<file path=ppt/slides/slide4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486</a:t>
            </a:r>
          </a:p>
        </p:txBody>
      </p:sp>
    </p:spTree>
  </p:cSld>
</p:sld>
</file>

<file path=ppt/slides/slide4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487</a:t>
            </a:r>
          </a:p>
        </p:txBody>
      </p:sp>
    </p:spTree>
  </p:cSld>
</p:sld>
</file>

<file path=ppt/slides/slide4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488</a:t>
            </a:r>
          </a:p>
        </p:txBody>
      </p:sp>
    </p:spTree>
  </p:cSld>
</p:sld>
</file>

<file path=ppt/slides/slide4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489</a:t>
            </a:r>
          </a:p>
        </p:txBody>
      </p:sp>
    </p:spTree>
  </p:cSld>
</p:sld>
</file>

<file path=ppt/slides/slide4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490</a:t>
            </a:r>
          </a:p>
        </p:txBody>
      </p:sp>
    </p:spTree>
  </p:cSld>
</p:sld>
</file>

<file path=ppt/slides/slide4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491</a:t>
            </a:r>
          </a:p>
        </p:txBody>
      </p:sp>
    </p:spTree>
  </p:cSld>
</p:sld>
</file>

<file path=ppt/slides/slide4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492</a:t>
            </a:r>
          </a:p>
        </p:txBody>
      </p:sp>
    </p:spTree>
  </p:cSld>
</p:sld>
</file>

<file path=ppt/slides/slide4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493</a:t>
            </a:r>
          </a:p>
        </p:txBody>
      </p:sp>
    </p:spTree>
  </p:cSld>
</p:sld>
</file>

<file path=ppt/slides/slide4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494</a:t>
            </a:r>
          </a:p>
        </p:txBody>
      </p:sp>
    </p:spTree>
  </p:cSld>
</p:sld>
</file>

<file path=ppt/slides/slide4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495</a:t>
            </a:r>
          </a:p>
        </p:txBody>
      </p:sp>
    </p:spTree>
  </p:cSld>
</p:sld>
</file>

<file path=ppt/slides/slide4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496</a:t>
            </a:r>
          </a:p>
        </p:txBody>
      </p:sp>
    </p:spTree>
  </p:cSld>
</p:sld>
</file>

<file path=ppt/slides/slide4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497</a:t>
            </a:r>
          </a:p>
        </p:txBody>
      </p:sp>
    </p:spTree>
  </p:cSld>
</p:sld>
</file>

<file path=ppt/slides/slide4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498</a:t>
            </a:r>
          </a:p>
        </p:txBody>
      </p:sp>
    </p:spTree>
  </p:cSld>
</p:sld>
</file>

<file path=ppt/slides/slide4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499</a:t>
            </a:r>
          </a:p>
        </p:txBody>
      </p:sp>
    </p:spTree>
  </p:cSld>
</p:sld>
</file>

<file path=ppt/slides/slide5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500</a:t>
            </a:r>
          </a:p>
        </p:txBody>
      </p:sp>
    </p:spTree>
  </p:cSld>
</p:sld>
</file>

<file path=ppt/slides/slide50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501</a:t>
            </a:r>
          </a:p>
        </p:txBody>
      </p:sp>
    </p:spTree>
  </p:cSld>
</p:sld>
</file>

<file path=ppt/slides/slide50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502</a:t>
            </a:r>
          </a:p>
        </p:txBody>
      </p:sp>
    </p:spTree>
  </p:cSld>
</p:sld>
</file>

<file path=ppt/slides/slide50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503</a:t>
            </a:r>
          </a:p>
        </p:txBody>
      </p:sp>
    </p:spTree>
  </p:cSld>
</p:sld>
</file>

<file path=ppt/slides/slide50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504</a:t>
            </a:r>
          </a:p>
        </p:txBody>
      </p:sp>
    </p:spTree>
  </p:cSld>
</p:sld>
</file>

<file path=ppt/slides/slide50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505</a:t>
            </a:r>
          </a:p>
        </p:txBody>
      </p:sp>
    </p:spTree>
  </p:cSld>
</p:sld>
</file>

<file path=ppt/slides/slide50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506</a:t>
            </a:r>
          </a:p>
        </p:txBody>
      </p:sp>
    </p:spTree>
  </p:cSld>
</p:sld>
</file>

<file path=ppt/slides/slide50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507</a:t>
            </a:r>
          </a:p>
        </p:txBody>
      </p:sp>
    </p:spTree>
  </p:cSld>
</p:sld>
</file>

<file path=ppt/slides/slide50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508</a:t>
            </a:r>
          </a:p>
        </p:txBody>
      </p:sp>
    </p:spTree>
  </p:cSld>
</p:sld>
</file>

<file path=ppt/slides/slide50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509</a:t>
            </a:r>
          </a:p>
        </p:txBody>
      </p:sp>
    </p:spTree>
  </p:cSld>
</p:sld>
</file>

<file path=ppt/slides/slide5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510</a:t>
            </a:r>
          </a:p>
        </p:txBody>
      </p:sp>
    </p:spTree>
  </p:cSld>
</p:sld>
</file>

<file path=ppt/slides/slide5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511</a:t>
            </a:r>
          </a:p>
        </p:txBody>
      </p:sp>
    </p:spTree>
  </p:cSld>
</p:sld>
</file>

<file path=ppt/slides/slide5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512</a:t>
            </a:r>
          </a:p>
        </p:txBody>
      </p:sp>
    </p:spTree>
  </p:cSld>
</p:sld>
</file>

<file path=ppt/slides/slide5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513</a:t>
            </a:r>
          </a:p>
        </p:txBody>
      </p:sp>
    </p:spTree>
  </p:cSld>
</p:sld>
</file>

<file path=ppt/slides/slide5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514</a:t>
            </a:r>
          </a:p>
        </p:txBody>
      </p:sp>
    </p:spTree>
  </p:cSld>
</p:sld>
</file>

<file path=ppt/slides/slide5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515</a:t>
            </a:r>
          </a:p>
        </p:txBody>
      </p:sp>
    </p:spTree>
  </p:cSld>
</p:sld>
</file>

<file path=ppt/slides/slide5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516</a:t>
            </a:r>
          </a:p>
        </p:txBody>
      </p:sp>
    </p:spTree>
  </p:cSld>
</p:sld>
</file>

<file path=ppt/slides/slide5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517</a:t>
            </a:r>
          </a:p>
        </p:txBody>
      </p:sp>
    </p:spTree>
  </p:cSld>
</p:sld>
</file>

<file path=ppt/slides/slide5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518</a:t>
            </a:r>
          </a:p>
        </p:txBody>
      </p:sp>
    </p:spTree>
  </p:cSld>
</p:sld>
</file>

<file path=ppt/slides/slide5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519</a:t>
            </a:r>
          </a:p>
        </p:txBody>
      </p:sp>
    </p:spTree>
  </p:cSld>
</p:sld>
</file>

<file path=ppt/slides/slide5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520</a:t>
            </a:r>
          </a:p>
        </p:txBody>
      </p:sp>
    </p:spTree>
  </p:cSld>
</p:sld>
</file>

<file path=ppt/slides/slide5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521</a:t>
            </a:r>
          </a:p>
        </p:txBody>
      </p:sp>
    </p:spTree>
  </p:cSld>
</p:sld>
</file>

<file path=ppt/slides/slide5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522</a:t>
            </a:r>
          </a:p>
        </p:txBody>
      </p:sp>
    </p:spTree>
  </p:cSld>
</p:sld>
</file>

<file path=ppt/slides/slide5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523</a:t>
            </a:r>
          </a:p>
        </p:txBody>
      </p:sp>
    </p:spTree>
  </p:cSld>
</p:sld>
</file>

<file path=ppt/slides/slide5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524</a:t>
            </a:r>
          </a:p>
        </p:txBody>
      </p:sp>
    </p:spTree>
  </p:cSld>
</p:sld>
</file>

<file path=ppt/slides/slide5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525</a:t>
            </a:r>
          </a:p>
        </p:txBody>
      </p:sp>
    </p:spTree>
  </p:cSld>
</p:sld>
</file>

<file path=ppt/slides/slide5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526</a:t>
            </a:r>
          </a:p>
        </p:txBody>
      </p:sp>
    </p:spTree>
  </p:cSld>
</p:sld>
</file>

<file path=ppt/slides/slide5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527</a:t>
            </a:r>
          </a:p>
        </p:txBody>
      </p:sp>
    </p:spTree>
  </p:cSld>
</p:sld>
</file>

<file path=ppt/slides/slide5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528</a:t>
            </a:r>
          </a:p>
        </p:txBody>
      </p:sp>
    </p:spTree>
  </p:cSld>
</p:sld>
</file>

<file path=ppt/slides/slide5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529</a:t>
            </a:r>
          </a:p>
        </p:txBody>
      </p:sp>
    </p:spTree>
  </p:cSld>
</p:sld>
</file>

<file path=ppt/slides/slide5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530</a:t>
            </a:r>
          </a:p>
        </p:txBody>
      </p:sp>
    </p:spTree>
  </p:cSld>
</p:sld>
</file>

<file path=ppt/slides/slide5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531</a:t>
            </a:r>
          </a:p>
        </p:txBody>
      </p:sp>
    </p:spTree>
  </p:cSld>
</p:sld>
</file>

<file path=ppt/slides/slide5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532</a:t>
            </a:r>
          </a:p>
        </p:txBody>
      </p:sp>
    </p:spTree>
  </p:cSld>
</p:sld>
</file>

<file path=ppt/slides/slide5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533</a:t>
            </a:r>
          </a:p>
        </p:txBody>
      </p:sp>
    </p:spTree>
  </p:cSld>
</p:sld>
</file>

<file path=ppt/slides/slide5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534</a:t>
            </a:r>
          </a:p>
        </p:txBody>
      </p:sp>
    </p:spTree>
  </p:cSld>
</p:sld>
</file>

<file path=ppt/slides/slide5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535</a:t>
            </a:r>
          </a:p>
        </p:txBody>
      </p:sp>
    </p:spTree>
  </p:cSld>
</p:sld>
</file>

<file path=ppt/slides/slide5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536</a:t>
            </a:r>
          </a:p>
        </p:txBody>
      </p:sp>
    </p:spTree>
  </p:cSld>
</p:sld>
</file>

<file path=ppt/slides/slide5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537</a:t>
            </a:r>
          </a:p>
        </p:txBody>
      </p:sp>
    </p:spTree>
  </p:cSld>
</p:sld>
</file>

<file path=ppt/slides/slide5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538</a:t>
            </a:r>
          </a:p>
        </p:txBody>
      </p:sp>
    </p:spTree>
  </p:cSld>
</p:sld>
</file>

<file path=ppt/slides/slide5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539</a:t>
            </a:r>
          </a:p>
        </p:txBody>
      </p:sp>
    </p:spTree>
  </p:cSld>
</p:sld>
</file>

<file path=ppt/slides/slide5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540</a:t>
            </a:r>
          </a:p>
        </p:txBody>
      </p:sp>
    </p:spTree>
  </p:cSld>
</p:sld>
</file>

<file path=ppt/slides/slide5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541</a:t>
            </a:r>
          </a:p>
        </p:txBody>
      </p:sp>
    </p:spTree>
  </p:cSld>
</p:sld>
</file>

<file path=ppt/slides/slide5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542</a:t>
            </a:r>
          </a:p>
        </p:txBody>
      </p:sp>
    </p:spTree>
  </p:cSld>
</p:sld>
</file>

<file path=ppt/slides/slide5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543</a:t>
            </a:r>
          </a:p>
        </p:txBody>
      </p:sp>
    </p:spTree>
  </p:cSld>
</p:sld>
</file>

<file path=ppt/slides/slide5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544</a:t>
            </a:r>
          </a:p>
        </p:txBody>
      </p:sp>
    </p:spTree>
  </p:cSld>
</p:sld>
</file>

<file path=ppt/slides/slide5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545</a:t>
            </a:r>
          </a:p>
        </p:txBody>
      </p:sp>
    </p:spTree>
  </p:cSld>
</p:sld>
</file>

<file path=ppt/slides/slide5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546</a:t>
            </a:r>
          </a:p>
        </p:txBody>
      </p:sp>
    </p:spTree>
  </p:cSld>
</p:sld>
</file>

<file path=ppt/slides/slide5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547</a:t>
            </a:r>
          </a:p>
        </p:txBody>
      </p:sp>
    </p:spTree>
  </p:cSld>
</p:sld>
</file>

<file path=ppt/slides/slide5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548</a:t>
            </a:r>
          </a:p>
        </p:txBody>
      </p:sp>
    </p:spTree>
  </p:cSld>
</p:sld>
</file>

<file path=ppt/slides/slide5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549</a:t>
            </a:r>
          </a:p>
        </p:txBody>
      </p:sp>
    </p:spTree>
  </p:cSld>
</p:sld>
</file>

<file path=ppt/slides/slide5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550</a:t>
            </a:r>
          </a:p>
        </p:txBody>
      </p:sp>
    </p:spTree>
  </p:cSld>
</p:sld>
</file>

<file path=ppt/slides/slide5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551</a:t>
            </a:r>
          </a:p>
        </p:txBody>
      </p:sp>
    </p:spTree>
  </p:cSld>
</p:sld>
</file>

<file path=ppt/slides/slide5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552</a:t>
            </a:r>
          </a:p>
        </p:txBody>
      </p:sp>
    </p:spTree>
  </p:cSld>
</p:sld>
</file>

<file path=ppt/slides/slide5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553</a:t>
            </a:r>
          </a:p>
        </p:txBody>
      </p:sp>
    </p:spTree>
  </p:cSld>
</p:sld>
</file>

<file path=ppt/slides/slide5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554</a:t>
            </a:r>
          </a:p>
        </p:txBody>
      </p:sp>
    </p:spTree>
  </p:cSld>
</p:sld>
</file>

<file path=ppt/slides/slide5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555</a:t>
            </a:r>
          </a:p>
        </p:txBody>
      </p:sp>
    </p:spTree>
  </p:cSld>
</p:sld>
</file>

<file path=ppt/slides/slide5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556</a:t>
            </a:r>
          </a:p>
        </p:txBody>
      </p:sp>
    </p:spTree>
  </p:cSld>
</p:sld>
</file>

<file path=ppt/slides/slide5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557</a:t>
            </a:r>
          </a:p>
        </p:txBody>
      </p:sp>
    </p:spTree>
  </p:cSld>
</p:sld>
</file>

<file path=ppt/slides/slide5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558</a:t>
            </a:r>
          </a:p>
        </p:txBody>
      </p:sp>
    </p:spTree>
  </p:cSld>
</p:sld>
</file>

<file path=ppt/slides/slide5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559</a:t>
            </a:r>
          </a:p>
        </p:txBody>
      </p:sp>
    </p:spTree>
  </p:cSld>
</p:sld>
</file>

<file path=ppt/slides/slide5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560</a:t>
            </a:r>
          </a:p>
        </p:txBody>
      </p:sp>
    </p:spTree>
  </p:cSld>
</p:sld>
</file>

<file path=ppt/slides/slide5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561</a:t>
            </a:r>
          </a:p>
        </p:txBody>
      </p:sp>
    </p:spTree>
  </p:cSld>
</p:sld>
</file>

<file path=ppt/slides/slide5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562</a:t>
            </a:r>
          </a:p>
        </p:txBody>
      </p:sp>
    </p:spTree>
  </p:cSld>
</p:sld>
</file>

<file path=ppt/slides/slide5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563</a:t>
            </a:r>
          </a:p>
        </p:txBody>
      </p:sp>
    </p:spTree>
  </p:cSld>
</p:sld>
</file>

<file path=ppt/slides/slide5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564</a:t>
            </a:r>
          </a:p>
        </p:txBody>
      </p:sp>
    </p:spTree>
  </p:cSld>
</p:sld>
</file>

<file path=ppt/slides/slide5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565</a:t>
            </a:r>
          </a:p>
        </p:txBody>
      </p:sp>
    </p:spTree>
  </p:cSld>
</p:sld>
</file>

<file path=ppt/slides/slide5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566</a:t>
            </a:r>
          </a:p>
        </p:txBody>
      </p:sp>
    </p:spTree>
  </p:cSld>
</p:sld>
</file>

<file path=ppt/slides/slide5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567</a:t>
            </a:r>
          </a:p>
        </p:txBody>
      </p:sp>
    </p:spTree>
  </p:cSld>
</p:sld>
</file>

<file path=ppt/slides/slide5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568</a:t>
            </a:r>
          </a:p>
        </p:txBody>
      </p:sp>
    </p:spTree>
  </p:cSld>
</p:sld>
</file>

<file path=ppt/slides/slide5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569</a:t>
            </a:r>
          </a:p>
        </p:txBody>
      </p:sp>
    </p:spTree>
  </p:cSld>
</p:sld>
</file>

<file path=ppt/slides/slide5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570</a:t>
            </a:r>
          </a:p>
        </p:txBody>
      </p:sp>
    </p:spTree>
  </p:cSld>
</p:sld>
</file>

<file path=ppt/slides/slide5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571</a:t>
            </a:r>
          </a:p>
        </p:txBody>
      </p:sp>
    </p:spTree>
  </p:cSld>
</p:sld>
</file>

<file path=ppt/slides/slide5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572</a:t>
            </a:r>
          </a:p>
        </p:txBody>
      </p:sp>
    </p:spTree>
  </p:cSld>
</p:sld>
</file>

<file path=ppt/slides/slide5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573</a:t>
            </a:r>
          </a:p>
        </p:txBody>
      </p:sp>
    </p:spTree>
  </p:cSld>
</p:sld>
</file>

<file path=ppt/slides/slide5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574</a:t>
            </a:r>
          </a:p>
        </p:txBody>
      </p:sp>
    </p:spTree>
  </p:cSld>
</p:sld>
</file>

<file path=ppt/slides/slide5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575</a:t>
            </a:r>
          </a:p>
        </p:txBody>
      </p:sp>
    </p:spTree>
  </p:cSld>
</p:sld>
</file>

<file path=ppt/slides/slide5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576</a:t>
            </a:r>
          </a:p>
        </p:txBody>
      </p:sp>
    </p:spTree>
  </p:cSld>
</p:sld>
</file>

<file path=ppt/slides/slide5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577</a:t>
            </a:r>
          </a:p>
        </p:txBody>
      </p:sp>
    </p:spTree>
  </p:cSld>
</p:sld>
</file>

<file path=ppt/slides/slide5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578</a:t>
            </a:r>
          </a:p>
        </p:txBody>
      </p:sp>
    </p:spTree>
  </p:cSld>
</p:sld>
</file>

<file path=ppt/slides/slide5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579</a:t>
            </a:r>
          </a:p>
        </p:txBody>
      </p:sp>
    </p:spTree>
  </p:cSld>
</p:sld>
</file>

<file path=ppt/slides/slide5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580</a:t>
            </a:r>
          </a:p>
        </p:txBody>
      </p:sp>
    </p:spTree>
  </p:cSld>
</p:sld>
</file>

<file path=ppt/slides/slide5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581</a:t>
            </a:r>
          </a:p>
        </p:txBody>
      </p:sp>
    </p:spTree>
  </p:cSld>
</p:sld>
</file>

<file path=ppt/slides/slide5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582</a:t>
            </a:r>
          </a:p>
        </p:txBody>
      </p:sp>
    </p:spTree>
  </p:cSld>
</p:sld>
</file>

<file path=ppt/slides/slide5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583</a:t>
            </a:r>
          </a:p>
        </p:txBody>
      </p:sp>
    </p:spTree>
  </p:cSld>
</p:sld>
</file>

<file path=ppt/slides/slide5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584</a:t>
            </a:r>
          </a:p>
        </p:txBody>
      </p:sp>
    </p:spTree>
  </p:cSld>
</p:sld>
</file>

<file path=ppt/slides/slide5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585</a:t>
            </a:r>
          </a:p>
        </p:txBody>
      </p:sp>
    </p:spTree>
  </p:cSld>
</p:sld>
</file>

<file path=ppt/slides/slide5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586</a:t>
            </a:r>
          </a:p>
        </p:txBody>
      </p:sp>
    </p:spTree>
  </p:cSld>
</p:sld>
</file>

<file path=ppt/slides/slide5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587</a:t>
            </a:r>
          </a:p>
        </p:txBody>
      </p:sp>
    </p:spTree>
  </p:cSld>
</p:sld>
</file>

<file path=ppt/slides/slide5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588</a:t>
            </a:r>
          </a:p>
        </p:txBody>
      </p:sp>
    </p:spTree>
  </p:cSld>
</p:sld>
</file>

<file path=ppt/slides/slide5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589</a:t>
            </a:r>
          </a:p>
        </p:txBody>
      </p:sp>
    </p:spTree>
  </p:cSld>
</p:sld>
</file>

<file path=ppt/slides/slide5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590</a:t>
            </a:r>
          </a:p>
        </p:txBody>
      </p:sp>
    </p:spTree>
  </p:cSld>
</p:sld>
</file>

<file path=ppt/slides/slide5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591</a:t>
            </a:r>
          </a:p>
        </p:txBody>
      </p:sp>
    </p:spTree>
  </p:cSld>
</p:sld>
</file>

<file path=ppt/slides/slide5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592</a:t>
            </a:r>
          </a:p>
        </p:txBody>
      </p:sp>
    </p:spTree>
  </p:cSld>
</p:sld>
</file>

<file path=ppt/slides/slide5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593</a:t>
            </a:r>
          </a:p>
        </p:txBody>
      </p:sp>
    </p:spTree>
  </p:cSld>
</p:sld>
</file>

<file path=ppt/slides/slide5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594</a:t>
            </a:r>
          </a:p>
        </p:txBody>
      </p:sp>
    </p:spTree>
  </p:cSld>
</p:sld>
</file>

<file path=ppt/slides/slide5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595</a:t>
            </a:r>
          </a:p>
        </p:txBody>
      </p:sp>
    </p:spTree>
  </p:cSld>
</p:sld>
</file>

<file path=ppt/slides/slide5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596</a:t>
            </a:r>
          </a:p>
        </p:txBody>
      </p:sp>
    </p:spTree>
  </p:cSld>
</p:sld>
</file>

<file path=ppt/slides/slide5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597</a:t>
            </a:r>
          </a:p>
        </p:txBody>
      </p:sp>
    </p:spTree>
  </p:cSld>
</p:sld>
</file>

<file path=ppt/slides/slide5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598</a:t>
            </a:r>
          </a:p>
        </p:txBody>
      </p:sp>
    </p:spTree>
  </p:cSld>
</p:sld>
</file>

<file path=ppt/slides/slide5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599</a:t>
            </a:r>
          </a:p>
        </p:txBody>
      </p:sp>
    </p:spTree>
  </p:cSld>
</p:sld>
</file>

<file path=ppt/slides/slide6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600</a:t>
            </a:r>
          </a:p>
        </p:txBody>
      </p:sp>
    </p:spTree>
  </p:cSld>
</p:sld>
</file>

<file path=ppt/slides/slide60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601</a:t>
            </a:r>
          </a:p>
        </p:txBody>
      </p:sp>
    </p:spTree>
  </p:cSld>
</p:sld>
</file>

<file path=ppt/slides/slide60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602</a:t>
            </a:r>
          </a:p>
        </p:txBody>
      </p:sp>
    </p:spTree>
  </p:cSld>
</p:sld>
</file>

<file path=ppt/slides/slide60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603</a:t>
            </a:r>
          </a:p>
        </p:txBody>
      </p:sp>
    </p:spTree>
  </p:cSld>
</p:sld>
</file>

<file path=ppt/slides/slide60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604</a:t>
            </a:r>
          </a:p>
        </p:txBody>
      </p:sp>
    </p:spTree>
  </p:cSld>
</p:sld>
</file>

<file path=ppt/slides/slide60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605</a:t>
            </a:r>
          </a:p>
        </p:txBody>
      </p:sp>
    </p:spTree>
  </p:cSld>
</p:sld>
</file>

<file path=ppt/slides/slide60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606</a:t>
            </a:r>
          </a:p>
        </p:txBody>
      </p:sp>
    </p:spTree>
  </p:cSld>
</p:sld>
</file>

<file path=ppt/slides/slide60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607</a:t>
            </a:r>
          </a:p>
        </p:txBody>
      </p:sp>
    </p:spTree>
  </p:cSld>
</p:sld>
</file>

<file path=ppt/slides/slide60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608</a:t>
            </a:r>
          </a:p>
        </p:txBody>
      </p:sp>
    </p:spTree>
  </p:cSld>
</p:sld>
</file>

<file path=ppt/slides/slide60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609</a:t>
            </a:r>
          </a:p>
        </p:txBody>
      </p:sp>
    </p:spTree>
  </p:cSld>
</p:sld>
</file>

<file path=ppt/slides/slide6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610</a:t>
            </a:r>
          </a:p>
        </p:txBody>
      </p:sp>
    </p:spTree>
  </p:cSld>
</p:sld>
</file>

<file path=ppt/slides/slide6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611</a:t>
            </a:r>
          </a:p>
        </p:txBody>
      </p:sp>
    </p:spTree>
  </p:cSld>
</p:sld>
</file>

<file path=ppt/slides/slide6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612</a:t>
            </a:r>
          </a:p>
        </p:txBody>
      </p:sp>
    </p:spTree>
  </p:cSld>
</p:sld>
</file>

<file path=ppt/slides/slide6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613</a:t>
            </a:r>
          </a:p>
        </p:txBody>
      </p:sp>
    </p:spTree>
  </p:cSld>
</p:sld>
</file>

<file path=ppt/slides/slide6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614</a:t>
            </a:r>
          </a:p>
        </p:txBody>
      </p:sp>
    </p:spTree>
  </p:cSld>
</p:sld>
</file>

<file path=ppt/slides/slide6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615</a:t>
            </a:r>
          </a:p>
        </p:txBody>
      </p:sp>
    </p:spTree>
  </p:cSld>
</p:sld>
</file>

<file path=ppt/slides/slide6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616</a:t>
            </a:r>
          </a:p>
        </p:txBody>
      </p:sp>
    </p:spTree>
  </p:cSld>
</p:sld>
</file>

<file path=ppt/slides/slide6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617</a:t>
            </a:r>
          </a:p>
        </p:txBody>
      </p:sp>
    </p:spTree>
  </p:cSld>
</p:sld>
</file>

<file path=ppt/slides/slide6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618</a:t>
            </a:r>
          </a:p>
        </p:txBody>
      </p:sp>
    </p:spTree>
  </p:cSld>
</p:sld>
</file>

<file path=ppt/slides/slide6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619</a:t>
            </a:r>
          </a:p>
        </p:txBody>
      </p:sp>
    </p:spTree>
  </p:cSld>
</p:sld>
</file>

<file path=ppt/slides/slide6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620</a:t>
            </a:r>
          </a:p>
        </p:txBody>
      </p:sp>
    </p:spTree>
  </p:cSld>
</p:sld>
</file>

<file path=ppt/slides/slide6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621</a:t>
            </a:r>
          </a:p>
        </p:txBody>
      </p:sp>
    </p:spTree>
  </p:cSld>
</p:sld>
</file>

<file path=ppt/slides/slide6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622</a:t>
            </a:r>
          </a:p>
        </p:txBody>
      </p:sp>
    </p:spTree>
  </p:cSld>
</p:sld>
</file>

<file path=ppt/slides/slide6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623</a:t>
            </a:r>
          </a:p>
        </p:txBody>
      </p:sp>
    </p:spTree>
  </p:cSld>
</p:sld>
</file>

<file path=ppt/slides/slide6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624</a:t>
            </a:r>
          </a:p>
        </p:txBody>
      </p:sp>
    </p:spTree>
  </p:cSld>
</p:sld>
</file>

<file path=ppt/slides/slide6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625</a:t>
            </a:r>
          </a:p>
        </p:txBody>
      </p:sp>
    </p:spTree>
  </p:cSld>
</p:sld>
</file>

<file path=ppt/slides/slide6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626</a:t>
            </a:r>
          </a:p>
        </p:txBody>
      </p:sp>
    </p:spTree>
  </p:cSld>
</p:sld>
</file>

<file path=ppt/slides/slide6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627</a:t>
            </a:r>
          </a:p>
        </p:txBody>
      </p:sp>
    </p:spTree>
  </p:cSld>
</p:sld>
</file>

<file path=ppt/slides/slide6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628</a:t>
            </a:r>
          </a:p>
        </p:txBody>
      </p:sp>
    </p:spTree>
  </p:cSld>
</p:sld>
</file>

<file path=ppt/slides/slide6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629</a:t>
            </a:r>
          </a:p>
        </p:txBody>
      </p:sp>
    </p:spTree>
  </p:cSld>
</p:sld>
</file>

<file path=ppt/slides/slide6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630</a:t>
            </a:r>
          </a:p>
        </p:txBody>
      </p:sp>
    </p:spTree>
  </p:cSld>
</p:sld>
</file>

<file path=ppt/slides/slide6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631</a:t>
            </a:r>
          </a:p>
        </p:txBody>
      </p:sp>
    </p:spTree>
  </p:cSld>
</p:sld>
</file>

<file path=ppt/slides/slide6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632</a:t>
            </a:r>
          </a:p>
        </p:txBody>
      </p:sp>
    </p:spTree>
  </p:cSld>
</p:sld>
</file>

<file path=ppt/slides/slide6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633</a:t>
            </a:r>
          </a:p>
        </p:txBody>
      </p:sp>
    </p:spTree>
  </p:cSld>
</p:sld>
</file>

<file path=ppt/slides/slide6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634</a:t>
            </a:r>
          </a:p>
        </p:txBody>
      </p:sp>
    </p:spTree>
  </p:cSld>
</p:sld>
</file>

<file path=ppt/slides/slide6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635</a:t>
            </a:r>
          </a:p>
        </p:txBody>
      </p:sp>
    </p:spTree>
  </p:cSld>
</p:sld>
</file>

<file path=ppt/slides/slide6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636</a:t>
            </a:r>
          </a:p>
        </p:txBody>
      </p:sp>
    </p:spTree>
  </p:cSld>
</p:sld>
</file>

<file path=ppt/slides/slide6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637</a:t>
            </a:r>
          </a:p>
        </p:txBody>
      </p:sp>
    </p:spTree>
  </p:cSld>
</p:sld>
</file>

<file path=ppt/slides/slide6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638</a:t>
            </a:r>
          </a:p>
        </p:txBody>
      </p:sp>
    </p:spTree>
  </p:cSld>
</p:sld>
</file>

<file path=ppt/slides/slide6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639</a:t>
            </a:r>
          </a:p>
        </p:txBody>
      </p:sp>
    </p:spTree>
  </p:cSld>
</p:sld>
</file>

<file path=ppt/slides/slide6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640</a:t>
            </a:r>
          </a:p>
        </p:txBody>
      </p:sp>
    </p:spTree>
  </p:cSld>
</p:sld>
</file>

<file path=ppt/slides/slide6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641</a:t>
            </a:r>
          </a:p>
        </p:txBody>
      </p:sp>
    </p:spTree>
  </p:cSld>
</p:sld>
</file>

<file path=ppt/slides/slide6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642</a:t>
            </a:r>
          </a:p>
        </p:txBody>
      </p:sp>
    </p:spTree>
  </p:cSld>
</p:sld>
</file>

<file path=ppt/slides/slide6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643</a:t>
            </a:r>
          </a:p>
        </p:txBody>
      </p:sp>
    </p:spTree>
  </p:cSld>
</p:sld>
</file>

<file path=ppt/slides/slide6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644</a:t>
            </a:r>
          </a:p>
        </p:txBody>
      </p:sp>
    </p:spTree>
  </p:cSld>
</p:sld>
</file>

<file path=ppt/slides/slide6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645</a:t>
            </a:r>
          </a:p>
        </p:txBody>
      </p:sp>
    </p:spTree>
  </p:cSld>
</p:sld>
</file>

<file path=ppt/slides/slide6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646</a:t>
            </a:r>
          </a:p>
        </p:txBody>
      </p:sp>
    </p:spTree>
  </p:cSld>
</p:sld>
</file>

<file path=ppt/slides/slide6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647</a:t>
            </a:r>
          </a:p>
        </p:txBody>
      </p:sp>
    </p:spTree>
  </p:cSld>
</p:sld>
</file>

<file path=ppt/slides/slide6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648</a:t>
            </a:r>
          </a:p>
        </p:txBody>
      </p:sp>
    </p:spTree>
  </p:cSld>
</p:sld>
</file>

<file path=ppt/slides/slide6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649</a:t>
            </a:r>
          </a:p>
        </p:txBody>
      </p:sp>
    </p:spTree>
  </p:cSld>
</p:sld>
</file>

<file path=ppt/slides/slide6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650</a:t>
            </a:r>
          </a:p>
        </p:txBody>
      </p:sp>
    </p:spTree>
  </p:cSld>
</p:sld>
</file>

<file path=ppt/slides/slide6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651</a:t>
            </a:r>
          </a:p>
        </p:txBody>
      </p:sp>
    </p:spTree>
  </p:cSld>
</p:sld>
</file>

<file path=ppt/slides/slide6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652</a:t>
            </a:r>
          </a:p>
        </p:txBody>
      </p:sp>
    </p:spTree>
  </p:cSld>
</p:sld>
</file>

<file path=ppt/slides/slide6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653</a:t>
            </a:r>
          </a:p>
        </p:txBody>
      </p:sp>
    </p:spTree>
  </p:cSld>
</p:sld>
</file>

<file path=ppt/slides/slide6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654</a:t>
            </a:r>
          </a:p>
        </p:txBody>
      </p:sp>
    </p:spTree>
  </p:cSld>
</p:sld>
</file>

<file path=ppt/slides/slide6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655</a:t>
            </a:r>
          </a:p>
        </p:txBody>
      </p:sp>
    </p:spTree>
  </p:cSld>
</p:sld>
</file>

<file path=ppt/slides/slide6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656</a:t>
            </a:r>
          </a:p>
        </p:txBody>
      </p:sp>
    </p:spTree>
  </p:cSld>
</p:sld>
</file>

<file path=ppt/slides/slide6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657</a:t>
            </a:r>
          </a:p>
        </p:txBody>
      </p:sp>
    </p:spTree>
  </p:cSld>
</p:sld>
</file>

<file path=ppt/slides/slide6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658</a:t>
            </a:r>
          </a:p>
        </p:txBody>
      </p:sp>
    </p:spTree>
  </p:cSld>
</p:sld>
</file>

<file path=ppt/slides/slide6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659</a:t>
            </a:r>
          </a:p>
        </p:txBody>
      </p:sp>
    </p:spTree>
  </p:cSld>
</p:sld>
</file>

<file path=ppt/slides/slide6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660</a:t>
            </a:r>
          </a:p>
        </p:txBody>
      </p:sp>
    </p:spTree>
  </p:cSld>
</p:sld>
</file>

<file path=ppt/slides/slide6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661</a:t>
            </a:r>
          </a:p>
        </p:txBody>
      </p:sp>
    </p:spTree>
  </p:cSld>
</p:sld>
</file>

<file path=ppt/slides/slide6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662</a:t>
            </a:r>
          </a:p>
        </p:txBody>
      </p:sp>
    </p:spTree>
  </p:cSld>
</p:sld>
</file>

<file path=ppt/slides/slide6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663</a:t>
            </a:r>
          </a:p>
        </p:txBody>
      </p:sp>
    </p:spTree>
  </p:cSld>
</p:sld>
</file>

<file path=ppt/slides/slide6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664</a:t>
            </a:r>
          </a:p>
        </p:txBody>
      </p:sp>
    </p:spTree>
  </p:cSld>
</p:sld>
</file>

<file path=ppt/slides/slide6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665</a:t>
            </a:r>
          </a:p>
        </p:txBody>
      </p:sp>
    </p:spTree>
  </p:cSld>
</p:sld>
</file>

<file path=ppt/slides/slide6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666</a:t>
            </a:r>
          </a:p>
        </p:txBody>
      </p:sp>
    </p:spTree>
  </p:cSld>
</p:sld>
</file>

<file path=ppt/slides/slide6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667</a:t>
            </a:r>
          </a:p>
        </p:txBody>
      </p:sp>
    </p:spTree>
  </p:cSld>
</p:sld>
</file>

<file path=ppt/slides/slide6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668</a:t>
            </a:r>
          </a:p>
        </p:txBody>
      </p:sp>
    </p:spTree>
  </p:cSld>
</p:sld>
</file>

<file path=ppt/slides/slide6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669</a:t>
            </a:r>
          </a:p>
        </p:txBody>
      </p:sp>
    </p:spTree>
  </p:cSld>
</p:sld>
</file>

<file path=ppt/slides/slide6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670</a:t>
            </a:r>
          </a:p>
        </p:txBody>
      </p:sp>
    </p:spTree>
  </p:cSld>
</p:sld>
</file>

<file path=ppt/slides/slide6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671</a:t>
            </a:r>
          </a:p>
        </p:txBody>
      </p:sp>
    </p:spTree>
  </p:cSld>
</p:sld>
</file>

<file path=ppt/slides/slide6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672</a:t>
            </a:r>
          </a:p>
        </p:txBody>
      </p:sp>
    </p:spTree>
  </p:cSld>
</p:sld>
</file>

<file path=ppt/slides/slide6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673</a:t>
            </a:r>
          </a:p>
        </p:txBody>
      </p:sp>
    </p:spTree>
  </p:cSld>
</p:sld>
</file>

<file path=ppt/slides/slide6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674</a:t>
            </a:r>
          </a:p>
        </p:txBody>
      </p:sp>
    </p:spTree>
  </p:cSld>
</p:sld>
</file>

<file path=ppt/slides/slide6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675</a:t>
            </a:r>
          </a:p>
        </p:txBody>
      </p:sp>
    </p:spTree>
  </p:cSld>
</p:sld>
</file>

<file path=ppt/slides/slide6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676</a:t>
            </a:r>
          </a:p>
        </p:txBody>
      </p:sp>
    </p:spTree>
  </p:cSld>
</p:sld>
</file>

<file path=ppt/slides/slide6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677</a:t>
            </a:r>
          </a:p>
        </p:txBody>
      </p:sp>
    </p:spTree>
  </p:cSld>
</p:sld>
</file>

<file path=ppt/slides/slide6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678</a:t>
            </a:r>
          </a:p>
        </p:txBody>
      </p:sp>
    </p:spTree>
  </p:cSld>
</p:sld>
</file>

<file path=ppt/slides/slide6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679</a:t>
            </a:r>
          </a:p>
        </p:txBody>
      </p:sp>
    </p:spTree>
  </p:cSld>
</p:sld>
</file>

<file path=ppt/slides/slide6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680</a:t>
            </a:r>
          </a:p>
        </p:txBody>
      </p:sp>
    </p:spTree>
  </p:cSld>
</p:sld>
</file>

<file path=ppt/slides/slide6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681</a:t>
            </a:r>
          </a:p>
        </p:txBody>
      </p:sp>
    </p:spTree>
  </p:cSld>
</p:sld>
</file>

<file path=ppt/slides/slide6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682</a:t>
            </a:r>
          </a:p>
        </p:txBody>
      </p:sp>
    </p:spTree>
  </p:cSld>
</p:sld>
</file>

<file path=ppt/slides/slide6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683</a:t>
            </a:r>
          </a:p>
        </p:txBody>
      </p:sp>
    </p:spTree>
  </p:cSld>
</p:sld>
</file>

<file path=ppt/slides/slide6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684</a:t>
            </a:r>
          </a:p>
        </p:txBody>
      </p:sp>
    </p:spTree>
  </p:cSld>
</p:sld>
</file>

<file path=ppt/slides/slide6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685</a:t>
            </a:r>
          </a:p>
        </p:txBody>
      </p:sp>
    </p:spTree>
  </p:cSld>
</p:sld>
</file>

<file path=ppt/slides/slide6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686</a:t>
            </a:r>
          </a:p>
        </p:txBody>
      </p:sp>
    </p:spTree>
  </p:cSld>
</p:sld>
</file>

<file path=ppt/slides/slide6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687</a:t>
            </a:r>
          </a:p>
        </p:txBody>
      </p:sp>
    </p:spTree>
  </p:cSld>
</p:sld>
</file>

<file path=ppt/slides/slide6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688</a:t>
            </a:r>
          </a:p>
        </p:txBody>
      </p:sp>
    </p:spTree>
  </p:cSld>
</p:sld>
</file>

<file path=ppt/slides/slide6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689</a:t>
            </a:r>
          </a:p>
        </p:txBody>
      </p:sp>
    </p:spTree>
  </p:cSld>
</p:sld>
</file>

<file path=ppt/slides/slide6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690</a:t>
            </a:r>
          </a:p>
        </p:txBody>
      </p:sp>
    </p:spTree>
  </p:cSld>
</p:sld>
</file>

<file path=ppt/slides/slide6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691</a:t>
            </a:r>
          </a:p>
        </p:txBody>
      </p:sp>
    </p:spTree>
  </p:cSld>
</p:sld>
</file>

<file path=ppt/slides/slide6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692</a:t>
            </a:r>
          </a:p>
        </p:txBody>
      </p:sp>
    </p:spTree>
  </p:cSld>
</p:sld>
</file>

<file path=ppt/slides/slide6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693</a:t>
            </a:r>
          </a:p>
        </p:txBody>
      </p:sp>
    </p:spTree>
  </p:cSld>
</p:sld>
</file>

<file path=ppt/slides/slide6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694</a:t>
            </a:r>
          </a:p>
        </p:txBody>
      </p:sp>
    </p:spTree>
  </p:cSld>
</p:sld>
</file>

<file path=ppt/slides/slide6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695</a:t>
            </a:r>
          </a:p>
        </p:txBody>
      </p:sp>
    </p:spTree>
  </p:cSld>
</p:sld>
</file>

<file path=ppt/slides/slide6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696</a:t>
            </a:r>
          </a:p>
        </p:txBody>
      </p:sp>
    </p:spTree>
  </p:cSld>
</p:sld>
</file>

<file path=ppt/slides/slide6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697</a:t>
            </a:r>
          </a:p>
        </p:txBody>
      </p:sp>
    </p:spTree>
  </p:cSld>
</p:sld>
</file>

<file path=ppt/slides/slide6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698</a:t>
            </a:r>
          </a:p>
        </p:txBody>
      </p:sp>
    </p:spTree>
  </p:cSld>
</p:sld>
</file>

<file path=ppt/slides/slide6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699</a:t>
            </a:r>
          </a:p>
        </p:txBody>
      </p:sp>
    </p:spTree>
  </p:cSld>
</p:sld>
</file>

<file path=ppt/slides/slide7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700</a:t>
            </a:r>
          </a:p>
        </p:txBody>
      </p:sp>
    </p:spTree>
  </p:cSld>
</p:sld>
</file>

<file path=ppt/slides/slide70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701</a:t>
            </a:r>
          </a:p>
        </p:txBody>
      </p:sp>
    </p:spTree>
  </p:cSld>
</p:sld>
</file>

<file path=ppt/slides/slide70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702</a:t>
            </a:r>
          </a:p>
        </p:txBody>
      </p:sp>
    </p:spTree>
  </p:cSld>
</p:sld>
</file>

<file path=ppt/slides/slide70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703</a:t>
            </a:r>
          </a:p>
        </p:txBody>
      </p:sp>
    </p:spTree>
  </p:cSld>
</p:sld>
</file>

<file path=ppt/slides/slide70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704</a:t>
            </a:r>
          </a:p>
        </p:txBody>
      </p:sp>
    </p:spTree>
  </p:cSld>
</p:sld>
</file>

<file path=ppt/slides/slide70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705</a:t>
            </a:r>
          </a:p>
        </p:txBody>
      </p:sp>
    </p:spTree>
  </p:cSld>
</p:sld>
</file>

<file path=ppt/slides/slide70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706</a:t>
            </a:r>
          </a:p>
        </p:txBody>
      </p:sp>
    </p:spTree>
  </p:cSld>
</p:sld>
</file>

<file path=ppt/slides/slide70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707</a:t>
            </a:r>
          </a:p>
        </p:txBody>
      </p:sp>
    </p:spTree>
  </p:cSld>
</p:sld>
</file>

<file path=ppt/slides/slide70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708</a:t>
            </a:r>
          </a:p>
        </p:txBody>
      </p:sp>
    </p:spTree>
  </p:cSld>
</p:sld>
</file>

<file path=ppt/slides/slide70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709</a:t>
            </a:r>
          </a:p>
        </p:txBody>
      </p:sp>
    </p:spTree>
  </p:cSld>
</p:sld>
</file>

<file path=ppt/slides/slide7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710</a:t>
            </a:r>
          </a:p>
        </p:txBody>
      </p:sp>
    </p:spTree>
  </p:cSld>
</p:sld>
</file>

<file path=ppt/slides/slide7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711</a:t>
            </a:r>
          </a:p>
        </p:txBody>
      </p:sp>
    </p:spTree>
  </p:cSld>
</p:sld>
</file>

<file path=ppt/slides/slide7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712</a:t>
            </a:r>
          </a:p>
        </p:txBody>
      </p:sp>
    </p:spTree>
  </p:cSld>
</p:sld>
</file>

<file path=ppt/slides/slide7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713</a:t>
            </a:r>
          </a:p>
        </p:txBody>
      </p:sp>
    </p:spTree>
  </p:cSld>
</p:sld>
</file>

<file path=ppt/slides/slide7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714</a:t>
            </a:r>
          </a:p>
        </p:txBody>
      </p:sp>
    </p:spTree>
  </p:cSld>
</p:sld>
</file>

<file path=ppt/slides/slide7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715</a:t>
            </a:r>
          </a:p>
        </p:txBody>
      </p:sp>
    </p:spTree>
  </p:cSld>
</p:sld>
</file>

<file path=ppt/slides/slide7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716</a:t>
            </a:r>
          </a:p>
        </p:txBody>
      </p:sp>
    </p:spTree>
  </p:cSld>
</p:sld>
</file>

<file path=ppt/slides/slide7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717</a:t>
            </a:r>
          </a:p>
        </p:txBody>
      </p:sp>
    </p:spTree>
  </p:cSld>
</p:sld>
</file>

<file path=ppt/slides/slide7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718</a:t>
            </a:r>
          </a:p>
        </p:txBody>
      </p:sp>
    </p:spTree>
  </p:cSld>
</p:sld>
</file>

<file path=ppt/slides/slide7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719</a:t>
            </a:r>
          </a:p>
        </p:txBody>
      </p:sp>
    </p:spTree>
  </p:cSld>
</p:sld>
</file>

<file path=ppt/slides/slide7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720</a:t>
            </a:r>
          </a:p>
        </p:txBody>
      </p:sp>
    </p:spTree>
  </p:cSld>
</p:sld>
</file>

<file path=ppt/slides/slide7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721</a:t>
            </a:r>
          </a:p>
        </p:txBody>
      </p:sp>
    </p:spTree>
  </p:cSld>
</p:sld>
</file>

<file path=ppt/slides/slide7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722</a:t>
            </a:r>
          </a:p>
        </p:txBody>
      </p:sp>
    </p:spTree>
  </p:cSld>
</p:sld>
</file>

<file path=ppt/slides/slide7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723</a:t>
            </a:r>
          </a:p>
        </p:txBody>
      </p:sp>
    </p:spTree>
  </p:cSld>
</p:sld>
</file>

<file path=ppt/slides/slide7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724</a:t>
            </a:r>
          </a:p>
        </p:txBody>
      </p:sp>
    </p:spTree>
  </p:cSld>
</p:sld>
</file>

<file path=ppt/slides/slide7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725</a:t>
            </a:r>
          </a:p>
        </p:txBody>
      </p:sp>
    </p:spTree>
  </p:cSld>
</p:sld>
</file>

<file path=ppt/slides/slide7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726</a:t>
            </a:r>
          </a:p>
        </p:txBody>
      </p:sp>
    </p:spTree>
  </p:cSld>
</p:sld>
</file>

<file path=ppt/slides/slide7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727</a:t>
            </a:r>
          </a:p>
        </p:txBody>
      </p:sp>
    </p:spTree>
  </p:cSld>
</p:sld>
</file>

<file path=ppt/slides/slide7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728</a:t>
            </a:r>
          </a:p>
        </p:txBody>
      </p:sp>
    </p:spTree>
  </p:cSld>
</p:sld>
</file>

<file path=ppt/slides/slide7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729</a:t>
            </a:r>
          </a:p>
        </p:txBody>
      </p:sp>
    </p:spTree>
  </p:cSld>
</p:sld>
</file>

<file path=ppt/slides/slide7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730</a:t>
            </a:r>
          </a:p>
        </p:txBody>
      </p:sp>
    </p:spTree>
  </p:cSld>
</p:sld>
</file>

<file path=ppt/slides/slide7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731</a:t>
            </a:r>
          </a:p>
        </p:txBody>
      </p:sp>
    </p:spTree>
  </p:cSld>
</p:sld>
</file>

<file path=ppt/slides/slide7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732</a:t>
            </a:r>
          </a:p>
        </p:txBody>
      </p:sp>
    </p:spTree>
  </p:cSld>
</p:sld>
</file>

<file path=ppt/slides/slide7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733</a:t>
            </a:r>
          </a:p>
        </p:txBody>
      </p:sp>
    </p:spTree>
  </p:cSld>
</p:sld>
</file>

<file path=ppt/slides/slide7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734</a:t>
            </a:r>
          </a:p>
        </p:txBody>
      </p:sp>
    </p:spTree>
  </p:cSld>
</p:sld>
</file>

<file path=ppt/slides/slide7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735</a:t>
            </a:r>
          </a:p>
        </p:txBody>
      </p:sp>
    </p:spTree>
  </p:cSld>
</p:sld>
</file>

<file path=ppt/slides/slide7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736</a:t>
            </a:r>
          </a:p>
        </p:txBody>
      </p:sp>
    </p:spTree>
  </p:cSld>
</p:sld>
</file>

<file path=ppt/slides/slide7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737</a:t>
            </a:r>
          </a:p>
        </p:txBody>
      </p:sp>
    </p:spTree>
  </p:cSld>
</p:sld>
</file>

<file path=ppt/slides/slide7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738</a:t>
            </a:r>
          </a:p>
        </p:txBody>
      </p:sp>
    </p:spTree>
  </p:cSld>
</p:sld>
</file>

<file path=ppt/slides/slide7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739</a:t>
            </a:r>
          </a:p>
        </p:txBody>
      </p:sp>
    </p:spTree>
  </p:cSld>
</p:sld>
</file>

<file path=ppt/slides/slide7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740</a:t>
            </a:r>
          </a:p>
        </p:txBody>
      </p:sp>
    </p:spTree>
  </p:cSld>
</p:sld>
</file>

<file path=ppt/slides/slide7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741</a:t>
            </a:r>
          </a:p>
        </p:txBody>
      </p:sp>
    </p:spTree>
  </p:cSld>
</p:sld>
</file>

<file path=ppt/slides/slide7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742</a:t>
            </a:r>
          </a:p>
        </p:txBody>
      </p:sp>
    </p:spTree>
  </p:cSld>
</p:sld>
</file>

<file path=ppt/slides/slide7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743</a:t>
            </a:r>
          </a:p>
        </p:txBody>
      </p:sp>
    </p:spTree>
  </p:cSld>
</p:sld>
</file>

<file path=ppt/slides/slide7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744</a:t>
            </a:r>
          </a:p>
        </p:txBody>
      </p:sp>
    </p:spTree>
  </p:cSld>
</p:sld>
</file>

<file path=ppt/slides/slide7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745</a:t>
            </a:r>
          </a:p>
        </p:txBody>
      </p:sp>
    </p:spTree>
  </p:cSld>
</p:sld>
</file>

<file path=ppt/slides/slide7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746</a:t>
            </a:r>
          </a:p>
        </p:txBody>
      </p:sp>
    </p:spTree>
  </p:cSld>
</p:sld>
</file>

<file path=ppt/slides/slide7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747</a:t>
            </a:r>
          </a:p>
        </p:txBody>
      </p:sp>
    </p:spTree>
  </p:cSld>
</p:sld>
</file>

<file path=ppt/slides/slide7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748</a:t>
            </a:r>
          </a:p>
        </p:txBody>
      </p:sp>
    </p:spTree>
  </p:cSld>
</p:sld>
</file>

<file path=ppt/slides/slide7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749</a:t>
            </a:r>
          </a:p>
        </p:txBody>
      </p:sp>
    </p:spTree>
  </p:cSld>
</p:sld>
</file>

<file path=ppt/slides/slide7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750</a:t>
            </a:r>
          </a:p>
        </p:txBody>
      </p:sp>
    </p:spTree>
  </p:cSld>
</p:sld>
</file>

<file path=ppt/slides/slide7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751</a:t>
            </a:r>
          </a:p>
        </p:txBody>
      </p:sp>
    </p:spTree>
  </p:cSld>
</p:sld>
</file>

<file path=ppt/slides/slide7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752</a:t>
            </a:r>
          </a:p>
        </p:txBody>
      </p:sp>
    </p:spTree>
  </p:cSld>
</p:sld>
</file>

<file path=ppt/slides/slide7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753</a:t>
            </a:r>
          </a:p>
        </p:txBody>
      </p:sp>
    </p:spTree>
  </p:cSld>
</p:sld>
</file>

<file path=ppt/slides/slide7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754</a:t>
            </a:r>
          </a:p>
        </p:txBody>
      </p:sp>
    </p:spTree>
  </p:cSld>
</p:sld>
</file>

<file path=ppt/slides/slide7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755</a:t>
            </a:r>
          </a:p>
        </p:txBody>
      </p:sp>
    </p:spTree>
  </p:cSld>
</p:sld>
</file>

<file path=ppt/slides/slide7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756</a:t>
            </a:r>
          </a:p>
        </p:txBody>
      </p:sp>
    </p:spTree>
  </p:cSld>
</p:sld>
</file>

<file path=ppt/slides/slide7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757</a:t>
            </a:r>
          </a:p>
        </p:txBody>
      </p:sp>
    </p:spTree>
  </p:cSld>
</p:sld>
</file>

<file path=ppt/slides/slide7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758</a:t>
            </a:r>
          </a:p>
        </p:txBody>
      </p:sp>
    </p:spTree>
  </p:cSld>
</p:sld>
</file>

<file path=ppt/slides/slide7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759</a:t>
            </a:r>
          </a:p>
        </p:txBody>
      </p:sp>
    </p:spTree>
  </p:cSld>
</p:sld>
</file>

<file path=ppt/slides/slide7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760</a:t>
            </a:r>
          </a:p>
        </p:txBody>
      </p:sp>
    </p:spTree>
  </p:cSld>
</p:sld>
</file>

<file path=ppt/slides/slide7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761</a:t>
            </a:r>
          </a:p>
        </p:txBody>
      </p:sp>
    </p:spTree>
  </p:cSld>
</p:sld>
</file>

<file path=ppt/slides/slide7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762</a:t>
            </a:r>
          </a:p>
        </p:txBody>
      </p:sp>
    </p:spTree>
  </p:cSld>
</p:sld>
</file>

<file path=ppt/slides/slide7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763</a:t>
            </a:r>
          </a:p>
        </p:txBody>
      </p:sp>
    </p:spTree>
  </p:cSld>
</p:sld>
</file>

<file path=ppt/slides/slide7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764</a:t>
            </a:r>
          </a:p>
        </p:txBody>
      </p:sp>
    </p:spTree>
  </p:cSld>
</p:sld>
</file>

<file path=ppt/slides/slide7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765</a:t>
            </a:r>
          </a:p>
        </p:txBody>
      </p:sp>
    </p:spTree>
  </p:cSld>
</p:sld>
</file>

<file path=ppt/slides/slide7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766</a:t>
            </a:r>
          </a:p>
        </p:txBody>
      </p:sp>
    </p:spTree>
  </p:cSld>
</p:sld>
</file>

<file path=ppt/slides/slide7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767</a:t>
            </a:r>
          </a:p>
        </p:txBody>
      </p:sp>
    </p:spTree>
  </p:cSld>
</p:sld>
</file>

<file path=ppt/slides/slide7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768</a:t>
            </a:r>
          </a:p>
        </p:txBody>
      </p:sp>
    </p:spTree>
  </p:cSld>
</p:sld>
</file>

<file path=ppt/slides/slide7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769</a:t>
            </a:r>
          </a:p>
        </p:txBody>
      </p:sp>
    </p:spTree>
  </p:cSld>
</p:sld>
</file>

<file path=ppt/slides/slide7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770</a:t>
            </a:r>
          </a:p>
        </p:txBody>
      </p:sp>
    </p:spTree>
  </p:cSld>
</p:sld>
</file>

<file path=ppt/slides/slide7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771</a:t>
            </a:r>
          </a:p>
        </p:txBody>
      </p:sp>
    </p:spTree>
  </p:cSld>
</p:sld>
</file>

<file path=ppt/slides/slide7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772</a:t>
            </a:r>
          </a:p>
        </p:txBody>
      </p:sp>
    </p:spTree>
  </p:cSld>
</p:sld>
</file>

<file path=ppt/slides/slide7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773</a:t>
            </a:r>
          </a:p>
        </p:txBody>
      </p:sp>
    </p:spTree>
  </p:cSld>
</p:sld>
</file>

<file path=ppt/slides/slide7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774</a:t>
            </a:r>
          </a:p>
        </p:txBody>
      </p:sp>
    </p:spTree>
  </p:cSld>
</p:sld>
</file>

<file path=ppt/slides/slide7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775</a:t>
            </a:r>
          </a:p>
        </p:txBody>
      </p:sp>
    </p:spTree>
  </p:cSld>
</p:sld>
</file>

<file path=ppt/slides/slide7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776</a:t>
            </a:r>
          </a:p>
        </p:txBody>
      </p:sp>
    </p:spTree>
  </p:cSld>
</p:sld>
</file>

<file path=ppt/slides/slide7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777</a:t>
            </a:r>
          </a:p>
        </p:txBody>
      </p:sp>
    </p:spTree>
  </p:cSld>
</p:sld>
</file>

<file path=ppt/slides/slide7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778</a:t>
            </a:r>
          </a:p>
        </p:txBody>
      </p:sp>
    </p:spTree>
  </p:cSld>
</p:sld>
</file>

<file path=ppt/slides/slide7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779</a:t>
            </a:r>
          </a:p>
        </p:txBody>
      </p:sp>
    </p:spTree>
  </p:cSld>
</p:sld>
</file>

<file path=ppt/slides/slide7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780</a:t>
            </a:r>
          </a:p>
        </p:txBody>
      </p:sp>
    </p:spTree>
  </p:cSld>
</p:sld>
</file>

<file path=ppt/slides/slide7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781</a:t>
            </a:r>
          </a:p>
        </p:txBody>
      </p:sp>
    </p:spTree>
  </p:cSld>
</p:sld>
</file>

<file path=ppt/slides/slide7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782</a:t>
            </a:r>
          </a:p>
        </p:txBody>
      </p:sp>
    </p:spTree>
  </p:cSld>
</p:sld>
</file>

<file path=ppt/slides/slide7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783</a:t>
            </a:r>
          </a:p>
        </p:txBody>
      </p:sp>
    </p:spTree>
  </p:cSld>
</p:sld>
</file>

<file path=ppt/slides/slide7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784</a:t>
            </a:r>
          </a:p>
        </p:txBody>
      </p:sp>
    </p:spTree>
  </p:cSld>
</p:sld>
</file>

<file path=ppt/slides/slide7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785</a:t>
            </a:r>
          </a:p>
        </p:txBody>
      </p:sp>
    </p:spTree>
  </p:cSld>
</p:sld>
</file>

<file path=ppt/slides/slide7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786</a:t>
            </a:r>
          </a:p>
        </p:txBody>
      </p:sp>
    </p:spTree>
  </p:cSld>
</p:sld>
</file>

<file path=ppt/slides/slide7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787</a:t>
            </a:r>
          </a:p>
        </p:txBody>
      </p:sp>
    </p:spTree>
  </p:cSld>
</p:sld>
</file>

<file path=ppt/slides/slide7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788</a:t>
            </a:r>
          </a:p>
        </p:txBody>
      </p:sp>
    </p:spTree>
  </p:cSld>
</p:sld>
</file>

<file path=ppt/slides/slide7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789</a:t>
            </a:r>
          </a:p>
        </p:txBody>
      </p:sp>
    </p:spTree>
  </p:cSld>
</p:sld>
</file>

<file path=ppt/slides/slide7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790</a:t>
            </a:r>
          </a:p>
        </p:txBody>
      </p:sp>
    </p:spTree>
  </p:cSld>
</p:sld>
</file>

<file path=ppt/slides/slide7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791</a:t>
            </a:r>
          </a:p>
        </p:txBody>
      </p:sp>
    </p:spTree>
  </p:cSld>
</p:sld>
</file>

<file path=ppt/slides/slide7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792</a:t>
            </a:r>
          </a:p>
        </p:txBody>
      </p:sp>
    </p:spTree>
  </p:cSld>
</p:sld>
</file>

<file path=ppt/slides/slide7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793</a:t>
            </a:r>
          </a:p>
        </p:txBody>
      </p:sp>
    </p:spTree>
  </p:cSld>
</p:sld>
</file>

<file path=ppt/slides/slide7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794</a:t>
            </a:r>
          </a:p>
        </p:txBody>
      </p:sp>
    </p:spTree>
  </p:cSld>
</p:sld>
</file>

<file path=ppt/slides/slide7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795</a:t>
            </a:r>
          </a:p>
        </p:txBody>
      </p:sp>
    </p:spTree>
  </p:cSld>
</p:sld>
</file>

<file path=ppt/slides/slide7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796</a:t>
            </a:r>
          </a:p>
        </p:txBody>
      </p:sp>
    </p:spTree>
  </p:cSld>
</p:sld>
</file>

<file path=ppt/slides/slide7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797</a:t>
            </a:r>
          </a:p>
        </p:txBody>
      </p:sp>
    </p:spTree>
  </p:cSld>
</p:sld>
</file>

<file path=ppt/slides/slide7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798</a:t>
            </a:r>
          </a:p>
        </p:txBody>
      </p:sp>
    </p:spTree>
  </p:cSld>
</p:sld>
</file>

<file path=ppt/slides/slide7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799</a:t>
            </a:r>
          </a:p>
        </p:txBody>
      </p:sp>
    </p:spTree>
  </p:cSld>
</p:sld>
</file>

<file path=ppt/slides/slide8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800</a:t>
            </a:r>
          </a:p>
        </p:txBody>
      </p:sp>
    </p:spTree>
  </p:cSld>
</p:sld>
</file>

<file path=ppt/slides/slide80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801</a:t>
            </a:r>
          </a:p>
        </p:txBody>
      </p:sp>
    </p:spTree>
  </p:cSld>
</p:sld>
</file>

<file path=ppt/slides/slide80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802</a:t>
            </a:r>
          </a:p>
        </p:txBody>
      </p:sp>
    </p:spTree>
  </p:cSld>
</p:sld>
</file>

<file path=ppt/slides/slide80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803</a:t>
            </a:r>
          </a:p>
        </p:txBody>
      </p:sp>
    </p:spTree>
  </p:cSld>
</p:sld>
</file>

<file path=ppt/slides/slide80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804</a:t>
            </a:r>
          </a:p>
        </p:txBody>
      </p:sp>
    </p:spTree>
  </p:cSld>
</p:sld>
</file>

<file path=ppt/slides/slide80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805</a:t>
            </a:r>
          </a:p>
        </p:txBody>
      </p:sp>
    </p:spTree>
  </p:cSld>
</p:sld>
</file>

<file path=ppt/slides/slide80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806</a:t>
            </a:r>
          </a:p>
        </p:txBody>
      </p:sp>
    </p:spTree>
  </p:cSld>
</p:sld>
</file>

<file path=ppt/slides/slide80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807</a:t>
            </a:r>
          </a:p>
        </p:txBody>
      </p:sp>
    </p:spTree>
  </p:cSld>
</p:sld>
</file>

<file path=ppt/slides/slide80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808</a:t>
            </a:r>
          </a:p>
        </p:txBody>
      </p:sp>
    </p:spTree>
  </p:cSld>
</p:sld>
</file>

<file path=ppt/slides/slide80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809</a:t>
            </a:r>
          </a:p>
        </p:txBody>
      </p:sp>
    </p:spTree>
  </p:cSld>
</p:sld>
</file>

<file path=ppt/slides/slide8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810</a:t>
            </a:r>
          </a:p>
        </p:txBody>
      </p:sp>
    </p:spTree>
  </p:cSld>
</p:sld>
</file>

<file path=ppt/slides/slide8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811</a:t>
            </a:r>
          </a:p>
        </p:txBody>
      </p:sp>
    </p:spTree>
  </p:cSld>
</p:sld>
</file>

<file path=ppt/slides/slide8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812</a:t>
            </a:r>
          </a:p>
        </p:txBody>
      </p:sp>
    </p:spTree>
  </p:cSld>
</p:sld>
</file>

<file path=ppt/slides/slide8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813</a:t>
            </a:r>
          </a:p>
        </p:txBody>
      </p:sp>
    </p:spTree>
  </p:cSld>
</p:sld>
</file>

<file path=ppt/slides/slide8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814</a:t>
            </a:r>
          </a:p>
        </p:txBody>
      </p:sp>
    </p:spTree>
  </p:cSld>
</p:sld>
</file>

<file path=ppt/slides/slide8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815</a:t>
            </a:r>
          </a:p>
        </p:txBody>
      </p:sp>
    </p:spTree>
  </p:cSld>
</p:sld>
</file>

<file path=ppt/slides/slide8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816</a:t>
            </a:r>
          </a:p>
        </p:txBody>
      </p:sp>
    </p:spTree>
  </p:cSld>
</p:sld>
</file>

<file path=ppt/slides/slide8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817</a:t>
            </a:r>
          </a:p>
        </p:txBody>
      </p:sp>
    </p:spTree>
  </p:cSld>
</p:sld>
</file>

<file path=ppt/slides/slide8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818</a:t>
            </a:r>
          </a:p>
        </p:txBody>
      </p:sp>
    </p:spTree>
  </p:cSld>
</p:sld>
</file>

<file path=ppt/slides/slide8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819</a:t>
            </a:r>
          </a:p>
        </p:txBody>
      </p:sp>
    </p:spTree>
  </p:cSld>
</p:sld>
</file>

<file path=ppt/slides/slide8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820</a:t>
            </a:r>
          </a:p>
        </p:txBody>
      </p:sp>
    </p:spTree>
  </p:cSld>
</p:sld>
</file>

<file path=ppt/slides/slide8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821</a:t>
            </a:r>
          </a:p>
        </p:txBody>
      </p:sp>
    </p:spTree>
  </p:cSld>
</p:sld>
</file>

<file path=ppt/slides/slide8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822</a:t>
            </a:r>
          </a:p>
        </p:txBody>
      </p:sp>
    </p:spTree>
  </p:cSld>
</p:sld>
</file>

<file path=ppt/slides/slide8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823</a:t>
            </a:r>
          </a:p>
        </p:txBody>
      </p:sp>
    </p:spTree>
  </p:cSld>
</p:sld>
</file>

<file path=ppt/slides/slide8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824</a:t>
            </a:r>
          </a:p>
        </p:txBody>
      </p:sp>
    </p:spTree>
  </p:cSld>
</p:sld>
</file>

<file path=ppt/slides/slide8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825</a:t>
            </a:r>
          </a:p>
        </p:txBody>
      </p:sp>
    </p:spTree>
  </p:cSld>
</p:sld>
</file>

<file path=ppt/slides/slide8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826</a:t>
            </a:r>
          </a:p>
        </p:txBody>
      </p:sp>
    </p:spTree>
  </p:cSld>
</p:sld>
</file>

<file path=ppt/slides/slide8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827</a:t>
            </a:r>
          </a:p>
        </p:txBody>
      </p:sp>
    </p:spTree>
  </p:cSld>
</p:sld>
</file>

<file path=ppt/slides/slide8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828</a:t>
            </a:r>
          </a:p>
        </p:txBody>
      </p:sp>
    </p:spTree>
  </p:cSld>
</p:sld>
</file>

<file path=ppt/slides/slide8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829</a:t>
            </a:r>
          </a:p>
        </p:txBody>
      </p:sp>
    </p:spTree>
  </p:cSld>
</p:sld>
</file>

<file path=ppt/slides/slide8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830</a:t>
            </a:r>
          </a:p>
        </p:txBody>
      </p:sp>
    </p:spTree>
  </p:cSld>
</p:sld>
</file>

<file path=ppt/slides/slide8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831</a:t>
            </a:r>
          </a:p>
        </p:txBody>
      </p:sp>
    </p:spTree>
  </p:cSld>
</p:sld>
</file>

<file path=ppt/slides/slide8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832</a:t>
            </a:r>
          </a:p>
        </p:txBody>
      </p:sp>
    </p:spTree>
  </p:cSld>
</p:sld>
</file>

<file path=ppt/slides/slide8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833</a:t>
            </a:r>
          </a:p>
        </p:txBody>
      </p:sp>
    </p:spTree>
  </p:cSld>
</p:sld>
</file>

<file path=ppt/slides/slide8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834</a:t>
            </a:r>
          </a:p>
        </p:txBody>
      </p:sp>
    </p:spTree>
  </p:cSld>
</p:sld>
</file>

<file path=ppt/slides/slide8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835</a:t>
            </a:r>
          </a:p>
        </p:txBody>
      </p:sp>
    </p:spTree>
  </p:cSld>
</p:sld>
</file>

<file path=ppt/slides/slide8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836</a:t>
            </a:r>
          </a:p>
        </p:txBody>
      </p:sp>
    </p:spTree>
  </p:cSld>
</p:sld>
</file>

<file path=ppt/slides/slide8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837</a:t>
            </a:r>
          </a:p>
        </p:txBody>
      </p:sp>
    </p:spTree>
  </p:cSld>
</p:sld>
</file>

<file path=ppt/slides/slide8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838</a:t>
            </a:r>
          </a:p>
        </p:txBody>
      </p:sp>
    </p:spTree>
  </p:cSld>
</p:sld>
</file>

<file path=ppt/slides/slide8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839</a:t>
            </a:r>
          </a:p>
        </p:txBody>
      </p:sp>
    </p:spTree>
  </p:cSld>
</p:sld>
</file>

<file path=ppt/slides/slide8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840</a:t>
            </a:r>
          </a:p>
        </p:txBody>
      </p:sp>
    </p:spTree>
  </p:cSld>
</p:sld>
</file>

<file path=ppt/slides/slide8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841</a:t>
            </a:r>
          </a:p>
        </p:txBody>
      </p:sp>
    </p:spTree>
  </p:cSld>
</p:sld>
</file>

<file path=ppt/slides/slide8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842</a:t>
            </a:r>
          </a:p>
        </p:txBody>
      </p:sp>
    </p:spTree>
  </p:cSld>
</p:sld>
</file>

<file path=ppt/slides/slide8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843</a:t>
            </a:r>
          </a:p>
        </p:txBody>
      </p:sp>
    </p:spTree>
  </p:cSld>
</p:sld>
</file>

<file path=ppt/slides/slide8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844</a:t>
            </a:r>
          </a:p>
        </p:txBody>
      </p:sp>
    </p:spTree>
  </p:cSld>
</p:sld>
</file>

<file path=ppt/slides/slide8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845</a:t>
            </a:r>
          </a:p>
        </p:txBody>
      </p:sp>
    </p:spTree>
  </p:cSld>
</p:sld>
</file>

<file path=ppt/slides/slide8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846</a:t>
            </a:r>
          </a:p>
        </p:txBody>
      </p:sp>
    </p:spTree>
  </p:cSld>
</p:sld>
</file>

<file path=ppt/slides/slide8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847</a:t>
            </a:r>
          </a:p>
        </p:txBody>
      </p:sp>
    </p:spTree>
  </p:cSld>
</p:sld>
</file>

<file path=ppt/slides/slide8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848</a:t>
            </a:r>
          </a:p>
        </p:txBody>
      </p:sp>
    </p:spTree>
  </p:cSld>
</p:sld>
</file>

<file path=ppt/slides/slide8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849</a:t>
            </a:r>
          </a:p>
        </p:txBody>
      </p:sp>
    </p:spTree>
  </p:cSld>
</p:sld>
</file>

<file path=ppt/slides/slide8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850</a:t>
            </a:r>
          </a:p>
        </p:txBody>
      </p:sp>
    </p:spTree>
  </p:cSld>
</p:sld>
</file>

<file path=ppt/slides/slide8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851</a:t>
            </a:r>
          </a:p>
        </p:txBody>
      </p:sp>
    </p:spTree>
  </p:cSld>
</p:sld>
</file>

<file path=ppt/slides/slide8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852</a:t>
            </a:r>
          </a:p>
        </p:txBody>
      </p:sp>
    </p:spTree>
  </p:cSld>
</p:sld>
</file>

<file path=ppt/slides/slide8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853</a:t>
            </a:r>
          </a:p>
        </p:txBody>
      </p:sp>
    </p:spTree>
  </p:cSld>
</p:sld>
</file>

<file path=ppt/slides/slide8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854</a:t>
            </a:r>
          </a:p>
        </p:txBody>
      </p:sp>
    </p:spTree>
  </p:cSld>
</p:sld>
</file>

<file path=ppt/slides/slide8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855</a:t>
            </a:r>
          </a:p>
        </p:txBody>
      </p:sp>
    </p:spTree>
  </p:cSld>
</p:sld>
</file>

<file path=ppt/slides/slide8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856</a:t>
            </a:r>
          </a:p>
        </p:txBody>
      </p:sp>
    </p:spTree>
  </p:cSld>
</p:sld>
</file>

<file path=ppt/slides/slide8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857</a:t>
            </a:r>
          </a:p>
        </p:txBody>
      </p:sp>
    </p:spTree>
  </p:cSld>
</p:sld>
</file>

<file path=ppt/slides/slide8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858</a:t>
            </a:r>
          </a:p>
        </p:txBody>
      </p:sp>
    </p:spTree>
  </p:cSld>
</p:sld>
</file>

<file path=ppt/slides/slide8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859</a:t>
            </a:r>
          </a:p>
        </p:txBody>
      </p:sp>
    </p:spTree>
  </p:cSld>
</p:sld>
</file>

<file path=ppt/slides/slide8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860</a:t>
            </a:r>
          </a:p>
        </p:txBody>
      </p:sp>
    </p:spTree>
  </p:cSld>
</p:sld>
</file>

<file path=ppt/slides/slide8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861</a:t>
            </a:r>
          </a:p>
        </p:txBody>
      </p:sp>
    </p:spTree>
  </p:cSld>
</p:sld>
</file>

<file path=ppt/slides/slide8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862</a:t>
            </a:r>
          </a:p>
        </p:txBody>
      </p:sp>
    </p:spTree>
  </p:cSld>
</p:sld>
</file>

<file path=ppt/slides/slide8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863</a:t>
            </a:r>
          </a:p>
        </p:txBody>
      </p:sp>
    </p:spTree>
  </p:cSld>
</p:sld>
</file>

<file path=ppt/slides/slide8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864</a:t>
            </a:r>
          </a:p>
        </p:txBody>
      </p:sp>
    </p:spTree>
  </p:cSld>
</p:sld>
</file>

<file path=ppt/slides/slide8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865</a:t>
            </a:r>
          </a:p>
        </p:txBody>
      </p:sp>
    </p:spTree>
  </p:cSld>
</p:sld>
</file>

<file path=ppt/slides/slide8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866</a:t>
            </a:r>
          </a:p>
        </p:txBody>
      </p:sp>
    </p:spTree>
  </p:cSld>
</p:sld>
</file>

<file path=ppt/slides/slide8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867</a:t>
            </a:r>
          </a:p>
        </p:txBody>
      </p:sp>
    </p:spTree>
  </p:cSld>
</p:sld>
</file>

<file path=ppt/slides/slide8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868</a:t>
            </a:r>
          </a:p>
        </p:txBody>
      </p:sp>
    </p:spTree>
  </p:cSld>
</p:sld>
</file>

<file path=ppt/slides/slide8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869</a:t>
            </a:r>
          </a:p>
        </p:txBody>
      </p:sp>
    </p:spTree>
  </p:cSld>
</p:sld>
</file>

<file path=ppt/slides/slide8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870</a:t>
            </a:r>
          </a:p>
        </p:txBody>
      </p:sp>
    </p:spTree>
  </p:cSld>
</p:sld>
</file>

<file path=ppt/slides/slide8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871</a:t>
            </a:r>
          </a:p>
        </p:txBody>
      </p:sp>
    </p:spTree>
  </p:cSld>
</p:sld>
</file>

<file path=ppt/slides/slide8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872</a:t>
            </a:r>
          </a:p>
        </p:txBody>
      </p:sp>
    </p:spTree>
  </p:cSld>
</p:sld>
</file>

<file path=ppt/slides/slide8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873</a:t>
            </a:r>
          </a:p>
        </p:txBody>
      </p:sp>
    </p:spTree>
  </p:cSld>
</p:sld>
</file>

<file path=ppt/slides/slide8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874</a:t>
            </a:r>
          </a:p>
        </p:txBody>
      </p:sp>
    </p:spTree>
  </p:cSld>
</p:sld>
</file>

<file path=ppt/slides/slide8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875</a:t>
            </a:r>
          </a:p>
        </p:txBody>
      </p:sp>
    </p:spTree>
  </p:cSld>
</p:sld>
</file>

<file path=ppt/slides/slide8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876</a:t>
            </a:r>
          </a:p>
        </p:txBody>
      </p:sp>
    </p:spTree>
  </p:cSld>
</p:sld>
</file>

<file path=ppt/slides/slide8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877</a:t>
            </a:r>
          </a:p>
        </p:txBody>
      </p:sp>
    </p:spTree>
  </p:cSld>
</p:sld>
</file>

<file path=ppt/slides/slide8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878</a:t>
            </a:r>
          </a:p>
        </p:txBody>
      </p:sp>
    </p:spTree>
  </p:cSld>
</p:sld>
</file>

<file path=ppt/slides/slide8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879</a:t>
            </a:r>
          </a:p>
        </p:txBody>
      </p:sp>
    </p:spTree>
  </p:cSld>
</p:sld>
</file>

<file path=ppt/slides/slide8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880</a:t>
            </a:r>
          </a:p>
        </p:txBody>
      </p:sp>
    </p:spTree>
  </p:cSld>
</p:sld>
</file>

<file path=ppt/slides/slide8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881</a:t>
            </a:r>
          </a:p>
        </p:txBody>
      </p:sp>
    </p:spTree>
  </p:cSld>
</p:sld>
</file>

<file path=ppt/slides/slide8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882</a:t>
            </a:r>
          </a:p>
        </p:txBody>
      </p:sp>
    </p:spTree>
  </p:cSld>
</p:sld>
</file>

<file path=ppt/slides/slide8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883</a:t>
            </a:r>
          </a:p>
        </p:txBody>
      </p:sp>
    </p:spTree>
  </p:cSld>
</p:sld>
</file>

<file path=ppt/slides/slide8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884</a:t>
            </a:r>
          </a:p>
        </p:txBody>
      </p:sp>
    </p:spTree>
  </p:cSld>
</p:sld>
</file>

<file path=ppt/slides/slide8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885</a:t>
            </a:r>
          </a:p>
        </p:txBody>
      </p:sp>
    </p:spTree>
  </p:cSld>
</p:sld>
</file>

<file path=ppt/slides/slide8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886</a:t>
            </a:r>
          </a:p>
        </p:txBody>
      </p:sp>
    </p:spTree>
  </p:cSld>
</p:sld>
</file>

<file path=ppt/slides/slide8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887</a:t>
            </a:r>
          </a:p>
        </p:txBody>
      </p:sp>
    </p:spTree>
  </p:cSld>
</p:sld>
</file>

<file path=ppt/slides/slide8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888</a:t>
            </a:r>
          </a:p>
        </p:txBody>
      </p:sp>
    </p:spTree>
  </p:cSld>
</p:sld>
</file>

<file path=ppt/slides/slide8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889</a:t>
            </a:r>
          </a:p>
        </p:txBody>
      </p:sp>
    </p:spTree>
  </p:cSld>
</p:sld>
</file>

<file path=ppt/slides/slide8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890</a:t>
            </a:r>
          </a:p>
        </p:txBody>
      </p:sp>
    </p:spTree>
  </p:cSld>
</p:sld>
</file>

<file path=ppt/slides/slide8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891</a:t>
            </a:r>
          </a:p>
        </p:txBody>
      </p:sp>
    </p:spTree>
  </p:cSld>
</p:sld>
</file>

<file path=ppt/slides/slide8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892</a:t>
            </a:r>
          </a:p>
        </p:txBody>
      </p:sp>
    </p:spTree>
  </p:cSld>
</p:sld>
</file>

<file path=ppt/slides/slide8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893</a:t>
            </a:r>
          </a:p>
        </p:txBody>
      </p:sp>
    </p:spTree>
  </p:cSld>
</p:sld>
</file>

<file path=ppt/slides/slide8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894</a:t>
            </a:r>
          </a:p>
        </p:txBody>
      </p:sp>
    </p:spTree>
  </p:cSld>
</p:sld>
</file>

<file path=ppt/slides/slide8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895</a:t>
            </a:r>
          </a:p>
        </p:txBody>
      </p:sp>
    </p:spTree>
  </p:cSld>
</p:sld>
</file>

<file path=ppt/slides/slide8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896</a:t>
            </a:r>
          </a:p>
        </p:txBody>
      </p:sp>
    </p:spTree>
  </p:cSld>
</p:sld>
</file>

<file path=ppt/slides/slide8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897</a:t>
            </a:r>
          </a:p>
        </p:txBody>
      </p:sp>
    </p:spTree>
  </p:cSld>
</p:sld>
</file>

<file path=ppt/slides/slide8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898</a:t>
            </a:r>
          </a:p>
        </p:txBody>
      </p:sp>
    </p:spTree>
  </p:cSld>
</p:sld>
</file>

<file path=ppt/slides/slide8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899</a:t>
            </a:r>
          </a:p>
        </p:txBody>
      </p:sp>
    </p:spTree>
  </p:cSld>
</p:sld>
</file>

<file path=ppt/slides/slide9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900</a:t>
            </a:r>
          </a:p>
        </p:txBody>
      </p:sp>
    </p:spTree>
  </p:cSld>
</p:sld>
</file>

<file path=ppt/slides/slide90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901</a:t>
            </a:r>
          </a:p>
        </p:txBody>
      </p:sp>
    </p:spTree>
  </p:cSld>
</p:sld>
</file>

<file path=ppt/slides/slide90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902</a:t>
            </a:r>
          </a:p>
        </p:txBody>
      </p:sp>
    </p:spTree>
  </p:cSld>
</p:sld>
</file>

<file path=ppt/slides/slide90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903</a:t>
            </a:r>
          </a:p>
        </p:txBody>
      </p:sp>
    </p:spTree>
  </p:cSld>
</p:sld>
</file>

<file path=ppt/slides/slide90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904</a:t>
            </a:r>
          </a:p>
        </p:txBody>
      </p:sp>
    </p:spTree>
  </p:cSld>
</p:sld>
</file>

<file path=ppt/slides/slide90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905</a:t>
            </a:r>
          </a:p>
        </p:txBody>
      </p:sp>
    </p:spTree>
  </p:cSld>
</p:sld>
</file>

<file path=ppt/slides/slide90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906</a:t>
            </a:r>
          </a:p>
        </p:txBody>
      </p:sp>
    </p:spTree>
  </p:cSld>
</p:sld>
</file>

<file path=ppt/slides/slide90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907</a:t>
            </a:r>
          </a:p>
        </p:txBody>
      </p:sp>
    </p:spTree>
  </p:cSld>
</p:sld>
</file>

<file path=ppt/slides/slide90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908</a:t>
            </a:r>
          </a:p>
        </p:txBody>
      </p:sp>
    </p:spTree>
  </p:cSld>
</p:sld>
</file>

<file path=ppt/slides/slide90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909</a:t>
            </a:r>
          </a:p>
        </p:txBody>
      </p:sp>
    </p:spTree>
  </p:cSld>
</p:sld>
</file>

<file path=ppt/slides/slide9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910</a:t>
            </a:r>
          </a:p>
        </p:txBody>
      </p:sp>
    </p:spTree>
  </p:cSld>
</p:sld>
</file>

<file path=ppt/slides/slide9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911</a:t>
            </a:r>
          </a:p>
        </p:txBody>
      </p:sp>
    </p:spTree>
  </p:cSld>
</p:sld>
</file>

<file path=ppt/slides/slide9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912</a:t>
            </a:r>
          </a:p>
        </p:txBody>
      </p:sp>
    </p:spTree>
  </p:cSld>
</p:sld>
</file>

<file path=ppt/slides/slide9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913</a:t>
            </a:r>
          </a:p>
        </p:txBody>
      </p:sp>
    </p:spTree>
  </p:cSld>
</p:sld>
</file>

<file path=ppt/slides/slide9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914</a:t>
            </a:r>
          </a:p>
        </p:txBody>
      </p:sp>
    </p:spTree>
  </p:cSld>
</p:sld>
</file>

<file path=ppt/slides/slide9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915</a:t>
            </a:r>
          </a:p>
        </p:txBody>
      </p:sp>
    </p:spTree>
  </p:cSld>
</p:sld>
</file>

<file path=ppt/slides/slide9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916</a:t>
            </a:r>
          </a:p>
        </p:txBody>
      </p:sp>
    </p:spTree>
  </p:cSld>
</p:sld>
</file>

<file path=ppt/slides/slide9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917</a:t>
            </a:r>
          </a:p>
        </p:txBody>
      </p:sp>
    </p:spTree>
  </p:cSld>
</p:sld>
</file>

<file path=ppt/slides/slide9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918</a:t>
            </a:r>
          </a:p>
        </p:txBody>
      </p:sp>
    </p:spTree>
  </p:cSld>
</p:sld>
</file>

<file path=ppt/slides/slide9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919</a:t>
            </a:r>
          </a:p>
        </p:txBody>
      </p:sp>
    </p:spTree>
  </p:cSld>
</p:sld>
</file>

<file path=ppt/slides/slide9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920</a:t>
            </a:r>
          </a:p>
        </p:txBody>
      </p:sp>
    </p:spTree>
  </p:cSld>
</p:sld>
</file>

<file path=ppt/slides/slide9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921</a:t>
            </a:r>
          </a:p>
        </p:txBody>
      </p:sp>
    </p:spTree>
  </p:cSld>
</p:sld>
</file>

<file path=ppt/slides/slide9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922</a:t>
            </a:r>
          </a:p>
        </p:txBody>
      </p:sp>
    </p:spTree>
  </p:cSld>
</p:sld>
</file>

<file path=ppt/slides/slide9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923</a:t>
            </a:r>
          </a:p>
        </p:txBody>
      </p:sp>
    </p:spTree>
  </p:cSld>
</p:sld>
</file>

<file path=ppt/slides/slide9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924</a:t>
            </a:r>
          </a:p>
        </p:txBody>
      </p:sp>
    </p:spTree>
  </p:cSld>
</p:sld>
</file>

<file path=ppt/slides/slide9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925</a:t>
            </a:r>
          </a:p>
        </p:txBody>
      </p:sp>
    </p:spTree>
  </p:cSld>
</p:sld>
</file>

<file path=ppt/slides/slide9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926</a:t>
            </a:r>
          </a:p>
        </p:txBody>
      </p:sp>
    </p:spTree>
  </p:cSld>
</p:sld>
</file>

<file path=ppt/slides/slide9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927</a:t>
            </a:r>
          </a:p>
        </p:txBody>
      </p:sp>
    </p:spTree>
  </p:cSld>
</p:sld>
</file>

<file path=ppt/slides/slide9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928</a:t>
            </a:r>
          </a:p>
        </p:txBody>
      </p:sp>
    </p:spTree>
  </p:cSld>
</p:sld>
</file>

<file path=ppt/slides/slide9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929</a:t>
            </a:r>
          </a:p>
        </p:txBody>
      </p:sp>
    </p:spTree>
  </p:cSld>
</p:sld>
</file>

<file path=ppt/slides/slide9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930</a:t>
            </a:r>
          </a:p>
        </p:txBody>
      </p:sp>
    </p:spTree>
  </p:cSld>
</p:sld>
</file>

<file path=ppt/slides/slide9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931</a:t>
            </a:r>
          </a:p>
        </p:txBody>
      </p:sp>
    </p:spTree>
  </p:cSld>
</p:sld>
</file>

<file path=ppt/slides/slide9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932</a:t>
            </a:r>
          </a:p>
        </p:txBody>
      </p:sp>
    </p:spTree>
  </p:cSld>
</p:sld>
</file>

<file path=ppt/slides/slide9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933</a:t>
            </a:r>
          </a:p>
        </p:txBody>
      </p:sp>
    </p:spTree>
  </p:cSld>
</p:sld>
</file>

<file path=ppt/slides/slide9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934</a:t>
            </a:r>
          </a:p>
        </p:txBody>
      </p:sp>
    </p:spTree>
  </p:cSld>
</p:sld>
</file>

<file path=ppt/slides/slide9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935</a:t>
            </a:r>
          </a:p>
        </p:txBody>
      </p:sp>
    </p:spTree>
  </p:cSld>
</p:sld>
</file>

<file path=ppt/slides/slide93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936</a:t>
            </a:r>
          </a:p>
        </p:txBody>
      </p:sp>
    </p:spTree>
  </p:cSld>
</p:sld>
</file>

<file path=ppt/slides/slide93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937</a:t>
            </a:r>
          </a:p>
        </p:txBody>
      </p:sp>
    </p:spTree>
  </p:cSld>
</p:sld>
</file>

<file path=ppt/slides/slide93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938</a:t>
            </a:r>
          </a:p>
        </p:txBody>
      </p:sp>
    </p:spTree>
  </p:cSld>
</p:sld>
</file>

<file path=ppt/slides/slide93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939</a:t>
            </a:r>
          </a:p>
        </p:txBody>
      </p:sp>
    </p:spTree>
  </p:cSld>
</p:sld>
</file>

<file path=ppt/slides/slide94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940</a:t>
            </a:r>
          </a:p>
        </p:txBody>
      </p:sp>
    </p:spTree>
  </p:cSld>
</p:sld>
</file>

<file path=ppt/slides/slide94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941</a:t>
            </a:r>
          </a:p>
        </p:txBody>
      </p:sp>
    </p:spTree>
  </p:cSld>
</p:sld>
</file>

<file path=ppt/slides/slide94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942</a:t>
            </a:r>
          </a:p>
        </p:txBody>
      </p:sp>
    </p:spTree>
  </p:cSld>
</p:sld>
</file>

<file path=ppt/slides/slide94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943</a:t>
            </a:r>
          </a:p>
        </p:txBody>
      </p:sp>
    </p:spTree>
  </p:cSld>
</p:sld>
</file>

<file path=ppt/slides/slide94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944</a:t>
            </a:r>
          </a:p>
        </p:txBody>
      </p:sp>
    </p:spTree>
  </p:cSld>
</p:sld>
</file>

<file path=ppt/slides/slide94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945</a:t>
            </a:r>
          </a:p>
        </p:txBody>
      </p:sp>
    </p:spTree>
  </p:cSld>
</p:sld>
</file>

<file path=ppt/slides/slide94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946</a:t>
            </a:r>
          </a:p>
        </p:txBody>
      </p:sp>
    </p:spTree>
  </p:cSld>
</p:sld>
</file>

<file path=ppt/slides/slide94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947</a:t>
            </a:r>
          </a:p>
        </p:txBody>
      </p:sp>
    </p:spTree>
  </p:cSld>
</p:sld>
</file>

<file path=ppt/slides/slide94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948</a:t>
            </a:r>
          </a:p>
        </p:txBody>
      </p:sp>
    </p:spTree>
  </p:cSld>
</p:sld>
</file>

<file path=ppt/slides/slide94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949</a:t>
            </a:r>
          </a:p>
        </p:txBody>
      </p:sp>
    </p:spTree>
  </p:cSld>
</p:sld>
</file>

<file path=ppt/slides/slide95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950</a:t>
            </a:r>
          </a:p>
        </p:txBody>
      </p:sp>
    </p:spTree>
  </p:cSld>
</p:sld>
</file>

<file path=ppt/slides/slide95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951</a:t>
            </a:r>
          </a:p>
        </p:txBody>
      </p:sp>
    </p:spTree>
  </p:cSld>
</p:sld>
</file>

<file path=ppt/slides/slide95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952</a:t>
            </a:r>
          </a:p>
        </p:txBody>
      </p:sp>
    </p:spTree>
  </p:cSld>
</p:sld>
</file>

<file path=ppt/slides/slide95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953</a:t>
            </a:r>
          </a:p>
        </p:txBody>
      </p:sp>
    </p:spTree>
  </p:cSld>
</p:sld>
</file>

<file path=ppt/slides/slide95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954</a:t>
            </a:r>
          </a:p>
        </p:txBody>
      </p:sp>
    </p:spTree>
  </p:cSld>
</p:sld>
</file>

<file path=ppt/slides/slide95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955</a:t>
            </a:r>
          </a:p>
        </p:txBody>
      </p:sp>
    </p:spTree>
  </p:cSld>
</p:sld>
</file>

<file path=ppt/slides/slide95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956</a:t>
            </a:r>
          </a:p>
        </p:txBody>
      </p:sp>
    </p:spTree>
  </p:cSld>
</p:sld>
</file>

<file path=ppt/slides/slide95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957</a:t>
            </a:r>
          </a:p>
        </p:txBody>
      </p:sp>
    </p:spTree>
  </p:cSld>
</p:sld>
</file>

<file path=ppt/slides/slide95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958</a:t>
            </a:r>
          </a:p>
        </p:txBody>
      </p:sp>
    </p:spTree>
  </p:cSld>
</p:sld>
</file>

<file path=ppt/slides/slide95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959</a:t>
            </a:r>
          </a:p>
        </p:txBody>
      </p:sp>
    </p:spTree>
  </p:cSld>
</p:sld>
</file>

<file path=ppt/slides/slide96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960</a:t>
            </a:r>
          </a:p>
        </p:txBody>
      </p:sp>
    </p:spTree>
  </p:cSld>
</p:sld>
</file>

<file path=ppt/slides/slide96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961</a:t>
            </a:r>
          </a:p>
        </p:txBody>
      </p:sp>
    </p:spTree>
  </p:cSld>
</p:sld>
</file>

<file path=ppt/slides/slide96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962</a:t>
            </a:r>
          </a:p>
        </p:txBody>
      </p:sp>
    </p:spTree>
  </p:cSld>
</p:sld>
</file>

<file path=ppt/slides/slide96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963</a:t>
            </a:r>
          </a:p>
        </p:txBody>
      </p:sp>
    </p:spTree>
  </p:cSld>
</p:sld>
</file>

<file path=ppt/slides/slide96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964</a:t>
            </a:r>
          </a:p>
        </p:txBody>
      </p:sp>
    </p:spTree>
  </p:cSld>
</p:sld>
</file>

<file path=ppt/slides/slide96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965</a:t>
            </a:r>
          </a:p>
        </p:txBody>
      </p:sp>
    </p:spTree>
  </p:cSld>
</p:sld>
</file>

<file path=ppt/slides/slide96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966</a:t>
            </a:r>
          </a:p>
        </p:txBody>
      </p:sp>
    </p:spTree>
  </p:cSld>
</p:sld>
</file>

<file path=ppt/slides/slide96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967</a:t>
            </a:r>
          </a:p>
        </p:txBody>
      </p:sp>
    </p:spTree>
  </p:cSld>
</p:sld>
</file>

<file path=ppt/slides/slide96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968</a:t>
            </a:r>
          </a:p>
        </p:txBody>
      </p:sp>
    </p:spTree>
  </p:cSld>
</p:sld>
</file>

<file path=ppt/slides/slide96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969</a:t>
            </a:r>
          </a:p>
        </p:txBody>
      </p:sp>
    </p:spTree>
  </p:cSld>
</p:sld>
</file>

<file path=ppt/slides/slide97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970</a:t>
            </a:r>
          </a:p>
        </p:txBody>
      </p:sp>
    </p:spTree>
  </p:cSld>
</p:sld>
</file>

<file path=ppt/slides/slide97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971</a:t>
            </a:r>
          </a:p>
        </p:txBody>
      </p:sp>
    </p:spTree>
  </p:cSld>
</p:sld>
</file>

<file path=ppt/slides/slide97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972</a:t>
            </a:r>
          </a:p>
        </p:txBody>
      </p:sp>
    </p:spTree>
  </p:cSld>
</p:sld>
</file>

<file path=ppt/slides/slide97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973</a:t>
            </a:r>
          </a:p>
        </p:txBody>
      </p:sp>
    </p:spTree>
  </p:cSld>
</p:sld>
</file>

<file path=ppt/slides/slide97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974</a:t>
            </a:r>
          </a:p>
        </p:txBody>
      </p:sp>
    </p:spTree>
  </p:cSld>
</p:sld>
</file>

<file path=ppt/slides/slide97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975</a:t>
            </a:r>
          </a:p>
        </p:txBody>
      </p:sp>
    </p:spTree>
  </p:cSld>
</p:sld>
</file>

<file path=ppt/slides/slide97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976</a:t>
            </a:r>
          </a:p>
        </p:txBody>
      </p:sp>
    </p:spTree>
  </p:cSld>
</p:sld>
</file>

<file path=ppt/slides/slide97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977</a:t>
            </a:r>
          </a:p>
        </p:txBody>
      </p:sp>
    </p:spTree>
  </p:cSld>
</p:sld>
</file>

<file path=ppt/slides/slide97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978</a:t>
            </a:r>
          </a:p>
        </p:txBody>
      </p:sp>
    </p:spTree>
  </p:cSld>
</p:sld>
</file>

<file path=ppt/slides/slide97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979</a:t>
            </a:r>
          </a:p>
        </p:txBody>
      </p:sp>
    </p:spTree>
  </p:cSld>
</p:sld>
</file>

<file path=ppt/slides/slide98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980</a:t>
            </a:r>
          </a:p>
        </p:txBody>
      </p:sp>
    </p:spTree>
  </p:cSld>
</p:sld>
</file>

<file path=ppt/slides/slide98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981</a:t>
            </a:r>
          </a:p>
        </p:txBody>
      </p:sp>
    </p:spTree>
  </p:cSld>
</p:sld>
</file>

<file path=ppt/slides/slide98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982</a:t>
            </a:r>
          </a:p>
        </p:txBody>
      </p:sp>
    </p:spTree>
  </p:cSld>
</p:sld>
</file>

<file path=ppt/slides/slide98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983</a:t>
            </a:r>
          </a:p>
        </p:txBody>
      </p:sp>
    </p:spTree>
  </p:cSld>
</p:sld>
</file>

<file path=ppt/slides/slide98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984</a:t>
            </a:r>
          </a:p>
        </p:txBody>
      </p:sp>
    </p:spTree>
  </p:cSld>
</p:sld>
</file>

<file path=ppt/slides/slide98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985</a:t>
            </a:r>
          </a:p>
        </p:txBody>
      </p:sp>
    </p:spTree>
  </p:cSld>
</p:sld>
</file>

<file path=ppt/slides/slide98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986</a:t>
            </a:r>
          </a:p>
        </p:txBody>
      </p:sp>
    </p:spTree>
  </p:cSld>
</p:sld>
</file>

<file path=ppt/slides/slide98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987</a:t>
            </a:r>
          </a:p>
        </p:txBody>
      </p:sp>
    </p:spTree>
  </p:cSld>
</p:sld>
</file>

<file path=ppt/slides/slide98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988</a:t>
            </a:r>
          </a:p>
        </p:txBody>
      </p:sp>
    </p:spTree>
  </p:cSld>
</p:sld>
</file>

<file path=ppt/slides/slide98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989</a:t>
            </a:r>
          </a:p>
        </p:txBody>
      </p:sp>
    </p:spTree>
  </p:cSld>
</p:sld>
</file>

<file path=ppt/slides/slide99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990</a:t>
            </a:r>
          </a:p>
        </p:txBody>
      </p:sp>
    </p:spTree>
  </p:cSld>
</p:sld>
</file>

<file path=ppt/slides/slide99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991</a:t>
            </a:r>
          </a:p>
        </p:txBody>
      </p:sp>
    </p:spTree>
  </p:cSld>
</p:sld>
</file>

<file path=ppt/slides/slide99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992</a:t>
            </a:r>
          </a:p>
        </p:txBody>
      </p:sp>
    </p:spTree>
  </p:cSld>
</p:sld>
</file>

<file path=ppt/slides/slide99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993</a:t>
            </a:r>
          </a:p>
        </p:txBody>
      </p:sp>
    </p:spTree>
  </p:cSld>
</p:sld>
</file>

<file path=ppt/slides/slide99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994</a:t>
            </a:r>
          </a:p>
        </p:txBody>
      </p:sp>
    </p:spTree>
  </p:cSld>
</p:sld>
</file>

<file path=ppt/slides/slide99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995</a:t>
            </a:r>
          </a:p>
        </p:txBody>
      </p:sp>
    </p:spTree>
  </p:cSld>
</p:sld>
</file>

<file path=ppt/slides/slide99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996</a:t>
            </a:r>
          </a:p>
        </p:txBody>
      </p:sp>
    </p:spTree>
  </p:cSld>
</p:sld>
</file>

<file path=ppt/slides/slide99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997</a:t>
            </a:r>
          </a:p>
        </p:txBody>
      </p:sp>
    </p:spTree>
  </p:cSld>
</p:sld>
</file>

<file path=ppt/slides/slide99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998</a:t>
            </a:r>
          </a:p>
        </p:txBody>
      </p:sp>
    </p:spTree>
  </p:cSld>
</p:sld>
</file>

<file path=ppt/slides/slide99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999</a:t>
            </a:r>
          </a:p>
        </p:txBody>
      </p:sp>
    </p:spTree>
  </p:cSld>
</p:sld>
</file>

<file path=ppt/slides/slide100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Slide 1000</a:t>
            </a:r>
          </a:p>
        </p:txBody>
      </p:sp>
    </p:spTree>
  </p:cSld>
</p:sld>
</file>