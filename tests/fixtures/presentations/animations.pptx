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0"/>
  </p:sldIdLst>
  <p:sldSz cx="9144000" cy="5143500"/>
</p:presentation>
</file>

<file path=ppt/_rels/presentation.xml.rels><Relationships xmlns="http://schemas.openxmlformats.org/package/2006/relationships"><Relationship Id="r0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cNvPr id="2" name="Title"/>
          <p:cNvSpPr/>
          <p:nvPr>
            <p:ph type="title"/>
          </p:nvPr>
        </p:nvSpPr>
        <p:spPr>
          <a:xfrm>
            <a:off x="500000" y="500000"/>
            <a:ext cx="8000000" cy="1500000"/>
          </a:xfrm>
          <a:prstGeom prst="rect"/>
          <a:solidFill>
            <a:srgbClr val="EEF3FF"/>
          </a:solidFill>
        </p:spPr>
        <p:txBody>
          <a:p>
            <a:r>
              <a:rPr sz="3200" b="1">
                <a:solidFill>
                  <a:srgbClr val="224488"/>
                </a:solidFill>
              </a:rPr>
              <a:t>Static animated slide</a:t>
            </a:r>
          </a:p>
        </p:txBody>
      </p:sp>
    </p:spTree>
  </p:cSld>
  <p:timing/>
  <p:transition/>
</p:sld>
</file>