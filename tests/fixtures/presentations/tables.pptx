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0"/>
  </p:sldIdLst>
  <p:sldSz cx="9144000" cy="5143500"/>
</p:presentation>
</file>

<file path=ppt/_rels/presentation.xml.rels><Relationships xmlns="http://schemas.openxmlformats.org/package/2006/relationships"><Relationship Id="r0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Table</a:t>
            </a:r>
          </a:p>
        </p:txBody>
      </p:sp>
      <p:graphicFrame>
        <p:xfrm>
          <a:off x="500000" y="2200000"/>
          <a:ext cx="8000000" cy="2000000"/>
        </p:xfrm>
        <a:graphic>
          <a:graphicData>
            <a:tbl>
              <a:tr>
                <a:tc>
                  <a:txBody>
                    <a:p>
                      <a:r>
                        <a:t>Product</a:t>
                      </a:r>
                    </a:p>
                  </a:txBody>
                </a:tc>
                <a:tc>
                  <a:txBody>
                    <a:p>
                      <a:r>
                        <a:t>42</a:t>
                      </a:r>
                    </a:p>
                  </a:txBody>
                </a:tc>
              </a:tr>
            </a:tbl>
          </a:graphicData>
        </a:graphic>
      </p:graphicFrame>
    </p:spTree>
  </p:cSld>
</p:sld>
</file>