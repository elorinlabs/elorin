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0"/>
  </p:sldIdLst>
  <p:sldSz cx="9144000" cy="5143500"/>
</p:presentation>
</file>

<file path=ppt/_rels/presentation.xml.rels><Relationships xmlns="http://schemas.openxmlformats.org/package/2006/relationships"><Relationship Id="r0" Type="http://schemas.openxmlformats.org/officeDocument/2006/relationships/slide" Target="slides/slide1.xml"/></Relationships>
</file>

<file path=ppt/slides/_rels/slide1.xml.rels><Relationships xmlns="http://schemas.openxmlformats.org/package/2006/relationships"><Relationship Id="video" Type="http://schemas.openxmlformats.org/officeDocument/2006/relationships/video" Target="../media/video.mp4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Embedded media</a:t>
            </a:r>
          </a:p>
        </p:txBody>
      </p:sp>
      <p:pic>
        <p:nvPicPr>
          <p:nvPr>
            <a:videoFile r:link="video"/>
          </p:nvPr>
        </p:nvPicPr>
      </p:pic>
      <p:graphicFrame>
        <p:oleObj/>
      </p:graphicFrame>
    </p:spTree>
  </p:cSld>
</p:sld>
</file>