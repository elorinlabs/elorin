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barChart>
      <c:ser>
        <c:tx>
          <c:v>Quarterly sales</c:v>
        </c:tx>
        <c:val>
          <c:numCache>
            <c:pt idx="0">
              <c:v>42</c:v>
            </c:pt>
          </c:numCache>
        </c:val>
      </c:ser>
    </c:barChart>
  </c:chart>
</c:chartSpace>
</file>

<file path=ppt/slides/_rels/slide1.xml.rels><Relationships xmlns="http://schemas.openxmlformats.org/package/2006/relationships"><Relationship Id="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Chart</a:t>
            </a:r>
          </a:p>
        </p:txBody>
      </p:sp>
      <p:graphicFrame>
        <p:xfrm>
          <a:off x="500000" y="2200000"/>
          <a:ext cx="8000000" cy="2000000"/>
        </p:xfrm>
        <a:graphic>
          <a:graphicData>
            <c:chart r:id="chart"/>
          </a:graphicData>
        </a:graphic>
      </p:graphicFrame>
    </p:spTree>
  </p:cSld>
</p:sld>
</file>