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image" Type="http://schemas.openxmlformats.org/officeDocument/2006/relationships/image" Target="https://tracker.invalid/pixel.png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pic>
        <p:spPr>
          <a:xfrm>
            <a:off x="500000" y="2200000"/>
            <a:ext cx="2000000" cy="2000000"/>
          </a:xfrm>
        </p:spPr>
        <p:blipFill>
          <a:blip r:link="image"/>
        </p:blipFill>
      </p:pic>
    </p:spTree>
  </p:cSld>
</p:sld>
</file>