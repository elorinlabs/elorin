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0"/>
    <p:sldId id="257" r:id="r1"/>
  </p:sldIdLst>
  <p:sldSz cx="9144000" cy="5143500"/>
</p:presentation>
</file>

<file path=ppt/_rels/presentation.xml.rels><Relationships xmlns="http://schemas.openxmlformats.org/package/2006/relationships"><Relationship Id="r0" Type="http://schemas.openxmlformats.org/officeDocument/2006/relationships/slide" Target="slides/slide1.xml"/><Relationship Id="r1" Type="http://schemas.openxmlformats.org/officeDocument/2006/relationships/slide" Target="slides/slide2.xml"/></Relationships>
</file>

<file path=ppt/slides/_rels/slide1.xml.rels><Relationships xmlns="http://schemas.openxmlformats.org/package/2006/relationships"><Relationship Id="internal" Type="http://schemas.openxmlformats.org/officeDocument/2006/relationships/slide" Target="slide2.xml"/><Relationship Id="external" Type="http://schemas.openxmlformats.org/officeDocument/2006/relationships/hyperlink" Target="https://example.com/" TargetMode="External"/><Relationship Id="unsafe" Type="http://schemas.openxmlformats.org/officeDocument/2006/relationships/hyperlink" Target="file:///C:/calc.exe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  <a:hlinkClick r:id="internal" action="ppaction://hlinksldjump"/>
              </a:rPr>
              <a:t>Go to second slide</a:t>
            </a:r>
          </a:p>
        </p:txBody>
      </p:sp>
      <p:sp>
        <p:nvSpPr>
          <p:cNvPr id="2" name="Title"/>
          <p:cNvSpPr/>
          <p:nvPr>
            <p:ph type="title"/>
          </p:nvPr>
        </p:nvSpPr>
        <p:spPr>
          <a:xfrm>
            <a:off x="500000" y="22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  <a:hlinkClick r:id="external"/>
              </a:rPr>
              <a:t>External link</a:t>
            </a:r>
          </a:p>
        </p:txBody>
      </p:sp>
      <p:sp>
        <p:nvSpPr>
          <p:cNvPr id="2" name="Title"/>
          <p:cNvSpPr/>
          <p:nvPr>
            <p:ph type="title"/>
          </p:nvPr>
        </p:nvSpPr>
        <p:spPr>
          <a:xfrm>
            <a:off x="500000" y="36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  <a:hlinkClick r:id="unsafe" action="ppaction://program"/>
              </a:rPr>
              <a:t>Unsafe action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Destination</a:t>
            </a:r>
          </a:p>
        </p:txBody>
      </p:sp>
    </p:spTree>
  </p:cSld>
</p:sld>
</file>