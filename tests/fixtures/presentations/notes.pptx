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  <p:sldId id="257" r:id="r1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Relationship Id="r1" Type="http://schemas.openxmlformats.org/officeDocument/2006/relationships/slide" Target="slides/slide2.xml"/></Relationships>
</file>

<file path=ppt/notesSlides/notesSlide1.xml><?xml version="1.0" encoding="utf-8"?>
<p:notes xmlns:p="http://schemas.openxmlformats.org/presentationml/2006/main" xmlns:a="http://schemas.openxmlformats.org/drawingml/2006/main">
  <p:sp>
    <p:txBody>
      <a:p>
        <a:r>
          <a:t>Private speaker note needle</a:t>
        </a:r>
      </a:p>
    </p:txBody>
  </p:sp>
</p:notes>
</file>

<file path=ppt/slides/_rels/slide1.xml.rels><Relationships xmlns="http://schemas.openxmlformats.org/package/2006/relationships"><Relationship Id="notes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Prism Presentation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Second slide — 中文</a:t>
            </a:r>
          </a:p>
        </p:txBody>
      </p:sp>
    </p:spTree>
  </p:cSld>
</p:sld>
</file>