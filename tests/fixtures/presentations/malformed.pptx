
<file path=[Content_Types].xml><?xml version="1.0" encoding="utf-8"?>
<Types xmlns="http://schemas.openxmlformats.org/package/2006/content-types">
  <Override PartName="/ppt/presentation.xml" ContentType="application/vnd.openxmlformats-officedocument.presentationml.presentation.main+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0"/>
  </p:sldIdLst>
  <p:sldSz cx="9144000" cy="5143500"/>
</p:presentation>
</file>

<file path=ppt/_rels/presentation.xml.rels><Relationships xmlns="http://schemas.openxmlformats.org/package/2006/relationships"><Relationship Id="r0" Type="http://schemas.openxmlformats.org/officeDocument/2006/relationships/slide" Target="slides/slide1.xml"/></Relationships>
</file>

<file path=ppt/slides/slide1.xml><sld><broken></sld>
</file>